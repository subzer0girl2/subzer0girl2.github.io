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20" r:id="rId4"/>
  </p:sldMasterIdLst>
  <p:notesMasterIdLst>
    <p:notesMasterId r:id="rId22"/>
  </p:notesMasterIdLst>
  <p:handoutMasterIdLst>
    <p:handoutMasterId r:id="rId23"/>
  </p:handoutMasterIdLst>
  <p:sldIdLst>
    <p:sldId id="500" r:id="rId5"/>
    <p:sldId id="256" r:id="rId6"/>
    <p:sldId id="257" r:id="rId7"/>
    <p:sldId id="507" r:id="rId8"/>
    <p:sldId id="258" r:id="rId9"/>
    <p:sldId id="259" r:id="rId10"/>
    <p:sldId id="260" r:id="rId11"/>
    <p:sldId id="261" r:id="rId12"/>
    <p:sldId id="508" r:id="rId13"/>
    <p:sldId id="263" r:id="rId14"/>
    <p:sldId id="264" r:id="rId15"/>
    <p:sldId id="509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6A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8D7D61-75A1-4968-ADC1-27FCD67FA48F}" v="1084" dt="2023-09-20T13:04:39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14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hyperlink" Target="https://www.eff.org/privacybadger" TargetMode="External"/><Relationship Id="rId1" Type="http://schemas.openxmlformats.org/officeDocument/2006/relationships/hyperlink" Target="https://github.com/gorhill/uBlock" TargetMode="Externa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hyperlink" Target="https://www.eff.org/privacybadger" TargetMode="External"/><Relationship Id="rId11" Type="http://schemas.openxmlformats.org/officeDocument/2006/relationships/image" Target="../media/image15.png"/><Relationship Id="rId5" Type="http://schemas.openxmlformats.org/officeDocument/2006/relationships/hyperlink" Target="https://github.com/gorhill/uBlock" TargetMode="External"/><Relationship Id="rId10" Type="http://schemas.openxmlformats.org/officeDocument/2006/relationships/image" Target="../media/image14.sv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F570B8-DE2B-4905-A52B-818F4AFDC32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49B1DD-C381-4FDE-A4BF-DA6C75BED0CC}">
      <dgm:prSet phldrT="[Text]" phldr="0"/>
      <dgm:spPr/>
      <dgm:t>
        <a:bodyPr/>
        <a:lstStyle/>
        <a:p>
          <a:pPr rtl="0"/>
          <a:r>
            <a:rPr lang="en-US" dirty="0">
              <a:latin typeface="The Serif Hand Black"/>
            </a:rPr>
            <a:t>Enabling multi-factor authentication</a:t>
          </a:r>
          <a:endParaRPr lang="en-US" dirty="0"/>
        </a:p>
      </dgm:t>
    </dgm:pt>
    <dgm:pt modelId="{DC4FE7B0-29AE-41FD-85D5-0020A10CA10A}" type="parTrans" cxnId="{04C610FB-A424-40D7-B9FB-CE18CD444D8D}">
      <dgm:prSet/>
      <dgm:spPr/>
      <dgm:t>
        <a:bodyPr/>
        <a:lstStyle/>
        <a:p>
          <a:endParaRPr lang="en-US"/>
        </a:p>
      </dgm:t>
    </dgm:pt>
    <dgm:pt modelId="{E86C28DA-5780-4F2B-BEE8-173F5654DE7E}" type="sibTrans" cxnId="{04C610FB-A424-40D7-B9FB-CE18CD444D8D}">
      <dgm:prSet/>
      <dgm:spPr/>
      <dgm:t>
        <a:bodyPr/>
        <a:lstStyle/>
        <a:p>
          <a:endParaRPr lang="en-US"/>
        </a:p>
      </dgm:t>
    </dgm:pt>
    <dgm:pt modelId="{B7276F10-67C1-4C73-9704-EB913506A6C6}">
      <dgm:prSet phldrT="[Text]" phldr="0"/>
      <dgm:spPr/>
      <dgm:t>
        <a:bodyPr/>
        <a:lstStyle/>
        <a:p>
          <a:pPr rtl="0"/>
          <a:r>
            <a:rPr lang="en-US" dirty="0">
              <a:latin typeface="The Serif Hand Black"/>
            </a:rPr>
            <a:t>Using strong passwords and a  password manager</a:t>
          </a:r>
          <a:endParaRPr lang="en-US" dirty="0"/>
        </a:p>
      </dgm:t>
    </dgm:pt>
    <dgm:pt modelId="{426EBEA1-C259-4598-A978-68915769BB53}" type="parTrans" cxnId="{3292F592-77F5-4A44-8E41-F31A6409230C}">
      <dgm:prSet/>
      <dgm:spPr/>
      <dgm:t>
        <a:bodyPr/>
        <a:lstStyle/>
        <a:p>
          <a:endParaRPr lang="en-US"/>
        </a:p>
      </dgm:t>
    </dgm:pt>
    <dgm:pt modelId="{4D4A0F50-0A74-47CE-B372-9B49B08F227D}" type="sibTrans" cxnId="{3292F592-77F5-4A44-8E41-F31A6409230C}">
      <dgm:prSet/>
      <dgm:spPr/>
      <dgm:t>
        <a:bodyPr/>
        <a:lstStyle/>
        <a:p>
          <a:endParaRPr lang="en-US"/>
        </a:p>
      </dgm:t>
    </dgm:pt>
    <dgm:pt modelId="{006ECC00-5419-48D0-B508-4F02DE23C07A}">
      <dgm:prSet phldrT="[Text]" phldr="0"/>
      <dgm:spPr/>
      <dgm:t>
        <a:bodyPr/>
        <a:lstStyle/>
        <a:p>
          <a:pPr rtl="0"/>
          <a:r>
            <a:rPr lang="en-US" dirty="0">
              <a:latin typeface="The Serif Hand Black"/>
            </a:rPr>
            <a:t>Updating software</a:t>
          </a:r>
          <a:endParaRPr lang="en-US" dirty="0"/>
        </a:p>
      </dgm:t>
    </dgm:pt>
    <dgm:pt modelId="{87E3AA31-FD2C-40A7-8046-C75D976909E5}" type="parTrans" cxnId="{88EDEA39-B799-4385-B357-3591660548CB}">
      <dgm:prSet/>
      <dgm:spPr/>
      <dgm:t>
        <a:bodyPr/>
        <a:lstStyle/>
        <a:p>
          <a:endParaRPr lang="en-US"/>
        </a:p>
      </dgm:t>
    </dgm:pt>
    <dgm:pt modelId="{6570A195-1D40-4913-BEF3-A1E5ED865F2A}" type="sibTrans" cxnId="{88EDEA39-B799-4385-B357-3591660548CB}">
      <dgm:prSet/>
      <dgm:spPr/>
      <dgm:t>
        <a:bodyPr/>
        <a:lstStyle/>
        <a:p>
          <a:endParaRPr lang="en-US"/>
        </a:p>
      </dgm:t>
    </dgm:pt>
    <dgm:pt modelId="{AE9D60AA-4180-47B5-8F87-E9E3C8039A75}">
      <dgm:prSet phldrT="[Text]" phldr="0"/>
      <dgm:spPr/>
      <dgm:t>
        <a:bodyPr/>
        <a:lstStyle/>
        <a:p>
          <a:pPr rtl="0"/>
          <a:r>
            <a:rPr lang="en-US" dirty="0">
              <a:latin typeface="The Serif Hand Black"/>
            </a:rPr>
            <a:t>Recognizing and reporting phishing</a:t>
          </a:r>
          <a:endParaRPr lang="en-US" dirty="0"/>
        </a:p>
      </dgm:t>
    </dgm:pt>
    <dgm:pt modelId="{2EDC06C4-6434-4401-BDD1-1355F4A4C4FB}" type="parTrans" cxnId="{D7EDB47E-674C-4034-B6BA-3F06574D88AB}">
      <dgm:prSet/>
      <dgm:spPr/>
      <dgm:t>
        <a:bodyPr/>
        <a:lstStyle/>
        <a:p>
          <a:endParaRPr lang="en-US"/>
        </a:p>
      </dgm:t>
    </dgm:pt>
    <dgm:pt modelId="{9D268BC0-2B4D-40E1-B733-A0E864BD1F25}" type="sibTrans" cxnId="{D7EDB47E-674C-4034-B6BA-3F06574D88AB}">
      <dgm:prSet/>
      <dgm:spPr/>
      <dgm:t>
        <a:bodyPr/>
        <a:lstStyle/>
        <a:p>
          <a:endParaRPr lang="en-US"/>
        </a:p>
      </dgm:t>
    </dgm:pt>
    <dgm:pt modelId="{59EE124A-D4DD-46B1-B3C0-3B5B91C24780}" type="pres">
      <dgm:prSet presAssocID="{24F570B8-DE2B-4905-A52B-818F4AFDC322}" presName="diagram" presStyleCnt="0">
        <dgm:presLayoutVars>
          <dgm:dir/>
          <dgm:resizeHandles val="exact"/>
        </dgm:presLayoutVars>
      </dgm:prSet>
      <dgm:spPr/>
    </dgm:pt>
    <dgm:pt modelId="{C00EA03D-BE6A-4E42-95FF-31B577DB8902}" type="pres">
      <dgm:prSet presAssocID="{C149B1DD-C381-4FDE-A4BF-DA6C75BED0CC}" presName="node" presStyleLbl="node1" presStyleIdx="0" presStyleCnt="4">
        <dgm:presLayoutVars>
          <dgm:bulletEnabled val="1"/>
        </dgm:presLayoutVars>
      </dgm:prSet>
      <dgm:spPr/>
    </dgm:pt>
    <dgm:pt modelId="{33301ECC-3F30-42A6-877F-C94A7ECC6894}" type="pres">
      <dgm:prSet presAssocID="{E86C28DA-5780-4F2B-BEE8-173F5654DE7E}" presName="sibTrans" presStyleCnt="0"/>
      <dgm:spPr/>
    </dgm:pt>
    <dgm:pt modelId="{0E7E44FA-C20D-4F28-815B-68DE96813D5A}" type="pres">
      <dgm:prSet presAssocID="{B7276F10-67C1-4C73-9704-EB913506A6C6}" presName="node" presStyleLbl="node1" presStyleIdx="1" presStyleCnt="4">
        <dgm:presLayoutVars>
          <dgm:bulletEnabled val="1"/>
        </dgm:presLayoutVars>
      </dgm:prSet>
      <dgm:spPr/>
    </dgm:pt>
    <dgm:pt modelId="{DD2C62BB-C544-410A-B03F-7AA84FC4D4AD}" type="pres">
      <dgm:prSet presAssocID="{4D4A0F50-0A74-47CE-B372-9B49B08F227D}" presName="sibTrans" presStyleCnt="0"/>
      <dgm:spPr/>
    </dgm:pt>
    <dgm:pt modelId="{C2A0AED7-D2C5-43E0-85A2-E4C0ED38A981}" type="pres">
      <dgm:prSet presAssocID="{006ECC00-5419-48D0-B508-4F02DE23C07A}" presName="node" presStyleLbl="node1" presStyleIdx="2" presStyleCnt="4">
        <dgm:presLayoutVars>
          <dgm:bulletEnabled val="1"/>
        </dgm:presLayoutVars>
      </dgm:prSet>
      <dgm:spPr/>
    </dgm:pt>
    <dgm:pt modelId="{A157112D-B9AC-4184-86E6-2CAAA494848A}" type="pres">
      <dgm:prSet presAssocID="{6570A195-1D40-4913-BEF3-A1E5ED865F2A}" presName="sibTrans" presStyleCnt="0"/>
      <dgm:spPr/>
    </dgm:pt>
    <dgm:pt modelId="{8329056C-0675-449A-BF87-09596D5D2519}" type="pres">
      <dgm:prSet presAssocID="{AE9D60AA-4180-47B5-8F87-E9E3C8039A75}" presName="node" presStyleLbl="node1" presStyleIdx="3" presStyleCnt="4">
        <dgm:presLayoutVars>
          <dgm:bulletEnabled val="1"/>
        </dgm:presLayoutVars>
      </dgm:prSet>
      <dgm:spPr/>
    </dgm:pt>
  </dgm:ptLst>
  <dgm:cxnLst>
    <dgm:cxn modelId="{88EDEA39-B799-4385-B357-3591660548CB}" srcId="{24F570B8-DE2B-4905-A52B-818F4AFDC322}" destId="{006ECC00-5419-48D0-B508-4F02DE23C07A}" srcOrd="2" destOrd="0" parTransId="{87E3AA31-FD2C-40A7-8046-C75D976909E5}" sibTransId="{6570A195-1D40-4913-BEF3-A1E5ED865F2A}"/>
    <dgm:cxn modelId="{62349567-C551-4F84-9A12-145DE1BAAA49}" type="presOf" srcId="{AE9D60AA-4180-47B5-8F87-E9E3C8039A75}" destId="{8329056C-0675-449A-BF87-09596D5D2519}" srcOrd="0" destOrd="0" presId="urn:microsoft.com/office/officeart/2005/8/layout/default"/>
    <dgm:cxn modelId="{EBEA667D-D4BD-4342-93BB-711D591E1DD3}" type="presOf" srcId="{B7276F10-67C1-4C73-9704-EB913506A6C6}" destId="{0E7E44FA-C20D-4F28-815B-68DE96813D5A}" srcOrd="0" destOrd="0" presId="urn:microsoft.com/office/officeart/2005/8/layout/default"/>
    <dgm:cxn modelId="{D7EDB47E-674C-4034-B6BA-3F06574D88AB}" srcId="{24F570B8-DE2B-4905-A52B-818F4AFDC322}" destId="{AE9D60AA-4180-47B5-8F87-E9E3C8039A75}" srcOrd="3" destOrd="0" parTransId="{2EDC06C4-6434-4401-BDD1-1355F4A4C4FB}" sibTransId="{9D268BC0-2B4D-40E1-B733-A0E864BD1F25}"/>
    <dgm:cxn modelId="{3292F592-77F5-4A44-8E41-F31A6409230C}" srcId="{24F570B8-DE2B-4905-A52B-818F4AFDC322}" destId="{B7276F10-67C1-4C73-9704-EB913506A6C6}" srcOrd="1" destOrd="0" parTransId="{426EBEA1-C259-4598-A978-68915769BB53}" sibTransId="{4D4A0F50-0A74-47CE-B372-9B49B08F227D}"/>
    <dgm:cxn modelId="{36FE08AA-2236-4E51-9D38-2E47A331D1E7}" type="presOf" srcId="{006ECC00-5419-48D0-B508-4F02DE23C07A}" destId="{C2A0AED7-D2C5-43E0-85A2-E4C0ED38A981}" srcOrd="0" destOrd="0" presId="urn:microsoft.com/office/officeart/2005/8/layout/default"/>
    <dgm:cxn modelId="{F85F4BBB-7C8C-491F-8C1A-76B49221D0E6}" type="presOf" srcId="{24F570B8-DE2B-4905-A52B-818F4AFDC322}" destId="{59EE124A-D4DD-46B1-B3C0-3B5B91C24780}" srcOrd="0" destOrd="0" presId="urn:microsoft.com/office/officeart/2005/8/layout/default"/>
    <dgm:cxn modelId="{EEFBCBDA-ACF8-46CD-94D8-D36D8106AE08}" type="presOf" srcId="{C149B1DD-C381-4FDE-A4BF-DA6C75BED0CC}" destId="{C00EA03D-BE6A-4E42-95FF-31B577DB8902}" srcOrd="0" destOrd="0" presId="urn:microsoft.com/office/officeart/2005/8/layout/default"/>
    <dgm:cxn modelId="{04C610FB-A424-40D7-B9FB-CE18CD444D8D}" srcId="{24F570B8-DE2B-4905-A52B-818F4AFDC322}" destId="{C149B1DD-C381-4FDE-A4BF-DA6C75BED0CC}" srcOrd="0" destOrd="0" parTransId="{DC4FE7B0-29AE-41FD-85D5-0020A10CA10A}" sibTransId="{E86C28DA-5780-4F2B-BEE8-173F5654DE7E}"/>
    <dgm:cxn modelId="{825C80C3-5F13-4DF7-81F9-65336672A695}" type="presParOf" srcId="{59EE124A-D4DD-46B1-B3C0-3B5B91C24780}" destId="{C00EA03D-BE6A-4E42-95FF-31B577DB8902}" srcOrd="0" destOrd="0" presId="urn:microsoft.com/office/officeart/2005/8/layout/default"/>
    <dgm:cxn modelId="{FE1497EF-5667-4497-A11F-EE7FE4C373B1}" type="presParOf" srcId="{59EE124A-D4DD-46B1-B3C0-3B5B91C24780}" destId="{33301ECC-3F30-42A6-877F-C94A7ECC6894}" srcOrd="1" destOrd="0" presId="urn:microsoft.com/office/officeart/2005/8/layout/default"/>
    <dgm:cxn modelId="{E1C8136D-2558-401C-9A3B-BA0AEC6F6959}" type="presParOf" srcId="{59EE124A-D4DD-46B1-B3C0-3B5B91C24780}" destId="{0E7E44FA-C20D-4F28-815B-68DE96813D5A}" srcOrd="2" destOrd="0" presId="urn:microsoft.com/office/officeart/2005/8/layout/default"/>
    <dgm:cxn modelId="{5373A103-5F92-4326-AAFD-3FCADEA6F7E2}" type="presParOf" srcId="{59EE124A-D4DD-46B1-B3C0-3B5B91C24780}" destId="{DD2C62BB-C544-410A-B03F-7AA84FC4D4AD}" srcOrd="3" destOrd="0" presId="urn:microsoft.com/office/officeart/2005/8/layout/default"/>
    <dgm:cxn modelId="{19C90543-D106-4D36-AF3B-B4C7F7DF28BB}" type="presParOf" srcId="{59EE124A-D4DD-46B1-B3C0-3B5B91C24780}" destId="{C2A0AED7-D2C5-43E0-85A2-E4C0ED38A981}" srcOrd="4" destOrd="0" presId="urn:microsoft.com/office/officeart/2005/8/layout/default"/>
    <dgm:cxn modelId="{E0135C3E-4CB6-4090-8079-61D4C96DEC92}" type="presParOf" srcId="{59EE124A-D4DD-46B1-B3C0-3B5B91C24780}" destId="{A157112D-B9AC-4184-86E6-2CAAA494848A}" srcOrd="5" destOrd="0" presId="urn:microsoft.com/office/officeart/2005/8/layout/default"/>
    <dgm:cxn modelId="{109FCBF5-32CE-4252-ACE8-C27A5836FB76}" type="presParOf" srcId="{59EE124A-D4DD-46B1-B3C0-3B5B91C24780}" destId="{8329056C-0675-449A-BF87-09596D5D251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09B8F4-D9B8-4944-99A8-18DAE33B17D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C90652-13F7-4ABE-9939-A222B2B1A7F8}">
      <dgm:prSet/>
      <dgm:spPr/>
      <dgm:t>
        <a:bodyPr/>
        <a:lstStyle/>
        <a:p>
          <a:r>
            <a:rPr lang="en-US" b="1" dirty="0">
              <a:solidFill>
                <a:srgbClr val="4A66AC"/>
              </a:solidFill>
            </a:rPr>
            <a:t>Deep Fakes</a:t>
          </a:r>
          <a:endParaRPr lang="en-US" dirty="0">
            <a:solidFill>
              <a:srgbClr val="4A66AC"/>
            </a:solidFill>
          </a:endParaRPr>
        </a:p>
      </dgm:t>
    </dgm:pt>
    <dgm:pt modelId="{56B05E62-22FC-4477-AF7C-211FE74B6DA8}" type="parTrans" cxnId="{85646BDE-7225-4E6E-9F01-CE8FEF5FBE5D}">
      <dgm:prSet/>
      <dgm:spPr/>
      <dgm:t>
        <a:bodyPr/>
        <a:lstStyle/>
        <a:p>
          <a:endParaRPr lang="en-US"/>
        </a:p>
      </dgm:t>
    </dgm:pt>
    <dgm:pt modelId="{5F065968-D388-4ADF-B4E3-21B9FE7E5C1C}" type="sibTrans" cxnId="{85646BDE-7225-4E6E-9F01-CE8FEF5FBE5D}">
      <dgm:prSet/>
      <dgm:spPr/>
      <dgm:t>
        <a:bodyPr/>
        <a:lstStyle/>
        <a:p>
          <a:endParaRPr lang="en-US"/>
        </a:p>
      </dgm:t>
    </dgm:pt>
    <dgm:pt modelId="{85256252-CAF0-4E51-A51A-3547C328C33C}">
      <dgm:prSet/>
      <dgm:spPr/>
      <dgm:t>
        <a:bodyPr/>
        <a:lstStyle/>
        <a:p>
          <a:r>
            <a:rPr lang="en-US" b="1" dirty="0">
              <a:solidFill>
                <a:srgbClr val="4A66AC"/>
              </a:solidFill>
            </a:rPr>
            <a:t>Disinformation</a:t>
          </a:r>
          <a:endParaRPr lang="en-US" dirty="0">
            <a:solidFill>
              <a:srgbClr val="4A66AC"/>
            </a:solidFill>
          </a:endParaRPr>
        </a:p>
      </dgm:t>
    </dgm:pt>
    <dgm:pt modelId="{F259934E-6A62-4476-AA69-E7FDD180C5AA}" type="parTrans" cxnId="{BB0F3804-3D25-4EF4-97F4-BA798E1E48DF}">
      <dgm:prSet/>
      <dgm:spPr/>
      <dgm:t>
        <a:bodyPr/>
        <a:lstStyle/>
        <a:p>
          <a:endParaRPr lang="en-US"/>
        </a:p>
      </dgm:t>
    </dgm:pt>
    <dgm:pt modelId="{E8239013-7EC2-4D58-B042-9468666A0F2B}" type="sibTrans" cxnId="{BB0F3804-3D25-4EF4-97F4-BA798E1E48DF}">
      <dgm:prSet/>
      <dgm:spPr/>
      <dgm:t>
        <a:bodyPr/>
        <a:lstStyle/>
        <a:p>
          <a:endParaRPr lang="en-US"/>
        </a:p>
      </dgm:t>
    </dgm:pt>
    <dgm:pt modelId="{F0A729DF-9ADD-43C6-B905-92C5C8A0584D}">
      <dgm:prSet/>
      <dgm:spPr/>
      <dgm:t>
        <a:bodyPr/>
        <a:lstStyle/>
        <a:p>
          <a:pPr rtl="0"/>
          <a:r>
            <a:rPr lang="en-US" b="1" dirty="0">
              <a:solidFill>
                <a:srgbClr val="4A66AC"/>
              </a:solidFill>
            </a:rPr>
            <a:t>Data Collection</a:t>
          </a:r>
          <a:r>
            <a:rPr lang="en-US" b="1" dirty="0">
              <a:solidFill>
                <a:srgbClr val="4A66AC"/>
              </a:solidFill>
              <a:latin typeface="The Serif Hand Black"/>
            </a:rPr>
            <a:t> </a:t>
          </a:r>
          <a:endParaRPr lang="en-US" dirty="0">
            <a:solidFill>
              <a:srgbClr val="4A66AC"/>
            </a:solidFill>
            <a:latin typeface="The Serif Hand Black"/>
          </a:endParaRPr>
        </a:p>
      </dgm:t>
    </dgm:pt>
    <dgm:pt modelId="{42F6B051-9CEE-4A17-89D5-B249BC6FC3B8}" type="parTrans" cxnId="{1FDD8F7E-0EC6-4A05-96DD-F03B7CE6318F}">
      <dgm:prSet/>
      <dgm:spPr/>
      <dgm:t>
        <a:bodyPr/>
        <a:lstStyle/>
        <a:p>
          <a:endParaRPr lang="en-US"/>
        </a:p>
      </dgm:t>
    </dgm:pt>
    <dgm:pt modelId="{26D03837-56EB-4D9A-85CC-B1AD3B140162}" type="sibTrans" cxnId="{1FDD8F7E-0EC6-4A05-96DD-F03B7CE6318F}">
      <dgm:prSet/>
      <dgm:spPr/>
      <dgm:t>
        <a:bodyPr/>
        <a:lstStyle/>
        <a:p>
          <a:endParaRPr lang="en-US"/>
        </a:p>
      </dgm:t>
    </dgm:pt>
    <dgm:pt modelId="{62550575-A08E-4667-AA29-D8AE8B6FF730}">
      <dgm:prSet/>
      <dgm:spPr/>
      <dgm:t>
        <a:bodyPr/>
        <a:lstStyle/>
        <a:p>
          <a:pPr rtl="0"/>
          <a:r>
            <a:rPr lang="en-US" b="1" dirty="0">
              <a:solidFill>
                <a:srgbClr val="4A66AC"/>
              </a:solidFill>
            </a:rPr>
            <a:t>Protecting Connected Mental Health</a:t>
          </a:r>
          <a:r>
            <a:rPr lang="en-US" dirty="0">
              <a:solidFill>
                <a:srgbClr val="4A66AC"/>
              </a:solidFill>
              <a:latin typeface="The Serif Hand Black"/>
            </a:rPr>
            <a:t> </a:t>
          </a:r>
          <a:endParaRPr lang="en-US" dirty="0">
            <a:solidFill>
              <a:srgbClr val="4A66AC"/>
            </a:solidFill>
          </a:endParaRPr>
        </a:p>
      </dgm:t>
    </dgm:pt>
    <dgm:pt modelId="{9767A478-0A62-4ED3-929B-7E68E2EAD799}" type="parTrans" cxnId="{0DA12287-0F3C-488D-A501-134923D743F7}">
      <dgm:prSet/>
      <dgm:spPr/>
      <dgm:t>
        <a:bodyPr/>
        <a:lstStyle/>
        <a:p>
          <a:endParaRPr lang="en-US"/>
        </a:p>
      </dgm:t>
    </dgm:pt>
    <dgm:pt modelId="{B3BCCE21-304E-40A6-8359-A576792C81F5}" type="sibTrans" cxnId="{0DA12287-0F3C-488D-A501-134923D743F7}">
      <dgm:prSet/>
      <dgm:spPr/>
      <dgm:t>
        <a:bodyPr/>
        <a:lstStyle/>
        <a:p>
          <a:endParaRPr lang="en-US"/>
        </a:p>
      </dgm:t>
    </dgm:pt>
    <dgm:pt modelId="{9A99F713-731F-40BB-B82C-4DEBE924347F}" type="pres">
      <dgm:prSet presAssocID="{C809B8F4-D9B8-4944-99A8-18DAE33B17D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182B24-10AC-46F6-BC63-6027FF202884}" type="pres">
      <dgm:prSet presAssocID="{05C90652-13F7-4ABE-9939-A222B2B1A7F8}" presName="hierRoot1" presStyleCnt="0"/>
      <dgm:spPr/>
    </dgm:pt>
    <dgm:pt modelId="{649A2CF0-6569-420F-90D5-7BE45F65AE8D}" type="pres">
      <dgm:prSet presAssocID="{05C90652-13F7-4ABE-9939-A222B2B1A7F8}" presName="composite" presStyleCnt="0"/>
      <dgm:spPr/>
    </dgm:pt>
    <dgm:pt modelId="{FADA4CCE-7C36-4C22-B20A-7D26A542D115}" type="pres">
      <dgm:prSet presAssocID="{05C90652-13F7-4ABE-9939-A222B2B1A7F8}" presName="background" presStyleLbl="node0" presStyleIdx="0" presStyleCnt="4"/>
      <dgm:spPr/>
    </dgm:pt>
    <dgm:pt modelId="{5B22B308-1780-4C83-A894-73A014E60729}" type="pres">
      <dgm:prSet presAssocID="{05C90652-13F7-4ABE-9939-A222B2B1A7F8}" presName="text" presStyleLbl="fgAcc0" presStyleIdx="0" presStyleCnt="4">
        <dgm:presLayoutVars>
          <dgm:chPref val="3"/>
        </dgm:presLayoutVars>
      </dgm:prSet>
      <dgm:spPr/>
    </dgm:pt>
    <dgm:pt modelId="{3D68F755-2563-4978-8BA9-EADC8ED5ABD7}" type="pres">
      <dgm:prSet presAssocID="{05C90652-13F7-4ABE-9939-A222B2B1A7F8}" presName="hierChild2" presStyleCnt="0"/>
      <dgm:spPr/>
    </dgm:pt>
    <dgm:pt modelId="{E857068D-F2C2-4841-8EF0-7B1896EA217B}" type="pres">
      <dgm:prSet presAssocID="{85256252-CAF0-4E51-A51A-3547C328C33C}" presName="hierRoot1" presStyleCnt="0"/>
      <dgm:spPr/>
    </dgm:pt>
    <dgm:pt modelId="{363AFCAD-352F-4D4D-BF38-7680D3110E70}" type="pres">
      <dgm:prSet presAssocID="{85256252-CAF0-4E51-A51A-3547C328C33C}" presName="composite" presStyleCnt="0"/>
      <dgm:spPr/>
    </dgm:pt>
    <dgm:pt modelId="{7F3CDC63-E845-4254-A0A0-B3A0F0670636}" type="pres">
      <dgm:prSet presAssocID="{85256252-CAF0-4E51-A51A-3547C328C33C}" presName="background" presStyleLbl="node0" presStyleIdx="1" presStyleCnt="4"/>
      <dgm:spPr/>
    </dgm:pt>
    <dgm:pt modelId="{D7924C7E-ED34-4BFC-9E58-6C0E617CD92A}" type="pres">
      <dgm:prSet presAssocID="{85256252-CAF0-4E51-A51A-3547C328C33C}" presName="text" presStyleLbl="fgAcc0" presStyleIdx="1" presStyleCnt="4">
        <dgm:presLayoutVars>
          <dgm:chPref val="3"/>
        </dgm:presLayoutVars>
      </dgm:prSet>
      <dgm:spPr/>
    </dgm:pt>
    <dgm:pt modelId="{46D7AFC8-1C8F-4B60-952B-C7AF6E34E0B7}" type="pres">
      <dgm:prSet presAssocID="{85256252-CAF0-4E51-A51A-3547C328C33C}" presName="hierChild2" presStyleCnt="0"/>
      <dgm:spPr/>
    </dgm:pt>
    <dgm:pt modelId="{EB272758-E93C-4124-9A35-BBE37E5F0990}" type="pres">
      <dgm:prSet presAssocID="{F0A729DF-9ADD-43C6-B905-92C5C8A0584D}" presName="hierRoot1" presStyleCnt="0"/>
      <dgm:spPr/>
    </dgm:pt>
    <dgm:pt modelId="{2C151CEF-2B54-4D8E-8D51-2B068BCEA6D6}" type="pres">
      <dgm:prSet presAssocID="{F0A729DF-9ADD-43C6-B905-92C5C8A0584D}" presName="composite" presStyleCnt="0"/>
      <dgm:spPr/>
    </dgm:pt>
    <dgm:pt modelId="{4F1FFD04-530B-47BE-9CD1-7C70427D4FB9}" type="pres">
      <dgm:prSet presAssocID="{F0A729DF-9ADD-43C6-B905-92C5C8A0584D}" presName="background" presStyleLbl="node0" presStyleIdx="2" presStyleCnt="4"/>
      <dgm:spPr/>
    </dgm:pt>
    <dgm:pt modelId="{A8FECACD-7C59-4057-957B-DF508BCE1463}" type="pres">
      <dgm:prSet presAssocID="{F0A729DF-9ADD-43C6-B905-92C5C8A0584D}" presName="text" presStyleLbl="fgAcc0" presStyleIdx="2" presStyleCnt="4">
        <dgm:presLayoutVars>
          <dgm:chPref val="3"/>
        </dgm:presLayoutVars>
      </dgm:prSet>
      <dgm:spPr/>
    </dgm:pt>
    <dgm:pt modelId="{FA093A5A-D1E2-4047-8E20-CE3FAEBF58CF}" type="pres">
      <dgm:prSet presAssocID="{F0A729DF-9ADD-43C6-B905-92C5C8A0584D}" presName="hierChild2" presStyleCnt="0"/>
      <dgm:spPr/>
    </dgm:pt>
    <dgm:pt modelId="{EF5EAEB0-F608-41BE-92CA-F222C6C9C87B}" type="pres">
      <dgm:prSet presAssocID="{62550575-A08E-4667-AA29-D8AE8B6FF730}" presName="hierRoot1" presStyleCnt="0"/>
      <dgm:spPr/>
    </dgm:pt>
    <dgm:pt modelId="{B2E2C286-DBC2-42E6-B48C-5BFE0079B5AB}" type="pres">
      <dgm:prSet presAssocID="{62550575-A08E-4667-AA29-D8AE8B6FF730}" presName="composite" presStyleCnt="0"/>
      <dgm:spPr/>
    </dgm:pt>
    <dgm:pt modelId="{AC383C4B-946D-4A79-9C78-7825292A9867}" type="pres">
      <dgm:prSet presAssocID="{62550575-A08E-4667-AA29-D8AE8B6FF730}" presName="background" presStyleLbl="node0" presStyleIdx="3" presStyleCnt="4"/>
      <dgm:spPr/>
    </dgm:pt>
    <dgm:pt modelId="{EA84E60F-89D8-40D7-9FFE-EAFBEC02CBF9}" type="pres">
      <dgm:prSet presAssocID="{62550575-A08E-4667-AA29-D8AE8B6FF730}" presName="text" presStyleLbl="fgAcc0" presStyleIdx="3" presStyleCnt="4">
        <dgm:presLayoutVars>
          <dgm:chPref val="3"/>
        </dgm:presLayoutVars>
      </dgm:prSet>
      <dgm:spPr/>
    </dgm:pt>
    <dgm:pt modelId="{FB33E1FB-5F77-4CD9-898E-C71F7170DF75}" type="pres">
      <dgm:prSet presAssocID="{62550575-A08E-4667-AA29-D8AE8B6FF730}" presName="hierChild2" presStyleCnt="0"/>
      <dgm:spPr/>
    </dgm:pt>
  </dgm:ptLst>
  <dgm:cxnLst>
    <dgm:cxn modelId="{BB0F3804-3D25-4EF4-97F4-BA798E1E48DF}" srcId="{C809B8F4-D9B8-4944-99A8-18DAE33B17D9}" destId="{85256252-CAF0-4E51-A51A-3547C328C33C}" srcOrd="1" destOrd="0" parTransId="{F259934E-6A62-4476-AA69-E7FDD180C5AA}" sibTransId="{E8239013-7EC2-4D58-B042-9468666A0F2B}"/>
    <dgm:cxn modelId="{4665A918-9B7E-412E-89F5-A27784D1951F}" type="presOf" srcId="{C809B8F4-D9B8-4944-99A8-18DAE33B17D9}" destId="{9A99F713-731F-40BB-B82C-4DEBE924347F}" srcOrd="0" destOrd="0" presId="urn:microsoft.com/office/officeart/2005/8/layout/hierarchy1"/>
    <dgm:cxn modelId="{D47F721C-780A-4B9E-AA5E-7209B019CFC2}" type="presOf" srcId="{85256252-CAF0-4E51-A51A-3547C328C33C}" destId="{D7924C7E-ED34-4BFC-9E58-6C0E617CD92A}" srcOrd="0" destOrd="0" presId="urn:microsoft.com/office/officeart/2005/8/layout/hierarchy1"/>
    <dgm:cxn modelId="{6EF9013E-0965-465C-ADCA-8BE8040DD993}" type="presOf" srcId="{F0A729DF-9ADD-43C6-B905-92C5C8A0584D}" destId="{A8FECACD-7C59-4057-957B-DF508BCE1463}" srcOrd="0" destOrd="0" presId="urn:microsoft.com/office/officeart/2005/8/layout/hierarchy1"/>
    <dgm:cxn modelId="{1FDD8F7E-0EC6-4A05-96DD-F03B7CE6318F}" srcId="{C809B8F4-D9B8-4944-99A8-18DAE33B17D9}" destId="{F0A729DF-9ADD-43C6-B905-92C5C8A0584D}" srcOrd="2" destOrd="0" parTransId="{42F6B051-9CEE-4A17-89D5-B249BC6FC3B8}" sibTransId="{26D03837-56EB-4D9A-85CC-B1AD3B140162}"/>
    <dgm:cxn modelId="{0DA12287-0F3C-488D-A501-134923D743F7}" srcId="{C809B8F4-D9B8-4944-99A8-18DAE33B17D9}" destId="{62550575-A08E-4667-AA29-D8AE8B6FF730}" srcOrd="3" destOrd="0" parTransId="{9767A478-0A62-4ED3-929B-7E68E2EAD799}" sibTransId="{B3BCCE21-304E-40A6-8359-A576792C81F5}"/>
    <dgm:cxn modelId="{05B609A9-4977-4E27-B7B7-01C3B60F3BED}" type="presOf" srcId="{62550575-A08E-4667-AA29-D8AE8B6FF730}" destId="{EA84E60F-89D8-40D7-9FFE-EAFBEC02CBF9}" srcOrd="0" destOrd="0" presId="urn:microsoft.com/office/officeart/2005/8/layout/hierarchy1"/>
    <dgm:cxn modelId="{BCC41BA9-02A0-447C-830C-822DAD3B13B4}" type="presOf" srcId="{05C90652-13F7-4ABE-9939-A222B2B1A7F8}" destId="{5B22B308-1780-4C83-A894-73A014E60729}" srcOrd="0" destOrd="0" presId="urn:microsoft.com/office/officeart/2005/8/layout/hierarchy1"/>
    <dgm:cxn modelId="{85646BDE-7225-4E6E-9F01-CE8FEF5FBE5D}" srcId="{C809B8F4-D9B8-4944-99A8-18DAE33B17D9}" destId="{05C90652-13F7-4ABE-9939-A222B2B1A7F8}" srcOrd="0" destOrd="0" parTransId="{56B05E62-22FC-4477-AF7C-211FE74B6DA8}" sibTransId="{5F065968-D388-4ADF-B4E3-21B9FE7E5C1C}"/>
    <dgm:cxn modelId="{F0346468-8F51-41EA-8161-53F64A502F1C}" type="presParOf" srcId="{9A99F713-731F-40BB-B82C-4DEBE924347F}" destId="{87182B24-10AC-46F6-BC63-6027FF202884}" srcOrd="0" destOrd="0" presId="urn:microsoft.com/office/officeart/2005/8/layout/hierarchy1"/>
    <dgm:cxn modelId="{2A6425D3-6FC7-4994-B954-3FA4D676F723}" type="presParOf" srcId="{87182B24-10AC-46F6-BC63-6027FF202884}" destId="{649A2CF0-6569-420F-90D5-7BE45F65AE8D}" srcOrd="0" destOrd="0" presId="urn:microsoft.com/office/officeart/2005/8/layout/hierarchy1"/>
    <dgm:cxn modelId="{2FB147B9-469E-4E7B-AD0E-4C797E41FD70}" type="presParOf" srcId="{649A2CF0-6569-420F-90D5-7BE45F65AE8D}" destId="{FADA4CCE-7C36-4C22-B20A-7D26A542D115}" srcOrd="0" destOrd="0" presId="urn:microsoft.com/office/officeart/2005/8/layout/hierarchy1"/>
    <dgm:cxn modelId="{43992100-8F62-474D-AD73-5D05FDDCF16C}" type="presParOf" srcId="{649A2CF0-6569-420F-90D5-7BE45F65AE8D}" destId="{5B22B308-1780-4C83-A894-73A014E60729}" srcOrd="1" destOrd="0" presId="urn:microsoft.com/office/officeart/2005/8/layout/hierarchy1"/>
    <dgm:cxn modelId="{91201D5E-7DEB-461A-B0CD-380639A8DC6E}" type="presParOf" srcId="{87182B24-10AC-46F6-BC63-6027FF202884}" destId="{3D68F755-2563-4978-8BA9-EADC8ED5ABD7}" srcOrd="1" destOrd="0" presId="urn:microsoft.com/office/officeart/2005/8/layout/hierarchy1"/>
    <dgm:cxn modelId="{0912319F-5870-4E65-9054-70242AEDC8A7}" type="presParOf" srcId="{9A99F713-731F-40BB-B82C-4DEBE924347F}" destId="{E857068D-F2C2-4841-8EF0-7B1896EA217B}" srcOrd="1" destOrd="0" presId="urn:microsoft.com/office/officeart/2005/8/layout/hierarchy1"/>
    <dgm:cxn modelId="{5D0EF86E-20AA-4AD1-A9D1-B494F02B0864}" type="presParOf" srcId="{E857068D-F2C2-4841-8EF0-7B1896EA217B}" destId="{363AFCAD-352F-4D4D-BF38-7680D3110E70}" srcOrd="0" destOrd="0" presId="urn:microsoft.com/office/officeart/2005/8/layout/hierarchy1"/>
    <dgm:cxn modelId="{C75A8BD0-ADE1-4EE5-993F-15091BAE973A}" type="presParOf" srcId="{363AFCAD-352F-4D4D-BF38-7680D3110E70}" destId="{7F3CDC63-E845-4254-A0A0-B3A0F0670636}" srcOrd="0" destOrd="0" presId="urn:microsoft.com/office/officeart/2005/8/layout/hierarchy1"/>
    <dgm:cxn modelId="{76A0B22D-92D3-4F4B-AE04-9603BDEA6C14}" type="presParOf" srcId="{363AFCAD-352F-4D4D-BF38-7680D3110E70}" destId="{D7924C7E-ED34-4BFC-9E58-6C0E617CD92A}" srcOrd="1" destOrd="0" presId="urn:microsoft.com/office/officeart/2005/8/layout/hierarchy1"/>
    <dgm:cxn modelId="{D4AD05FE-19AE-46E3-A796-D81D4AB45792}" type="presParOf" srcId="{E857068D-F2C2-4841-8EF0-7B1896EA217B}" destId="{46D7AFC8-1C8F-4B60-952B-C7AF6E34E0B7}" srcOrd="1" destOrd="0" presId="urn:microsoft.com/office/officeart/2005/8/layout/hierarchy1"/>
    <dgm:cxn modelId="{248858FF-CE33-4753-9285-B54CBFE88AB7}" type="presParOf" srcId="{9A99F713-731F-40BB-B82C-4DEBE924347F}" destId="{EB272758-E93C-4124-9A35-BBE37E5F0990}" srcOrd="2" destOrd="0" presId="urn:microsoft.com/office/officeart/2005/8/layout/hierarchy1"/>
    <dgm:cxn modelId="{AF5EEF5B-2D15-4944-93C6-E8D7631EB0AF}" type="presParOf" srcId="{EB272758-E93C-4124-9A35-BBE37E5F0990}" destId="{2C151CEF-2B54-4D8E-8D51-2B068BCEA6D6}" srcOrd="0" destOrd="0" presId="urn:microsoft.com/office/officeart/2005/8/layout/hierarchy1"/>
    <dgm:cxn modelId="{EECBEB91-7585-4F06-B78F-6597744358DF}" type="presParOf" srcId="{2C151CEF-2B54-4D8E-8D51-2B068BCEA6D6}" destId="{4F1FFD04-530B-47BE-9CD1-7C70427D4FB9}" srcOrd="0" destOrd="0" presId="urn:microsoft.com/office/officeart/2005/8/layout/hierarchy1"/>
    <dgm:cxn modelId="{602A1DB9-B85F-45C5-8E87-577F14198DD6}" type="presParOf" srcId="{2C151CEF-2B54-4D8E-8D51-2B068BCEA6D6}" destId="{A8FECACD-7C59-4057-957B-DF508BCE1463}" srcOrd="1" destOrd="0" presId="urn:microsoft.com/office/officeart/2005/8/layout/hierarchy1"/>
    <dgm:cxn modelId="{71C2FD13-A34D-4109-A970-CB47353F627D}" type="presParOf" srcId="{EB272758-E93C-4124-9A35-BBE37E5F0990}" destId="{FA093A5A-D1E2-4047-8E20-CE3FAEBF58CF}" srcOrd="1" destOrd="0" presId="urn:microsoft.com/office/officeart/2005/8/layout/hierarchy1"/>
    <dgm:cxn modelId="{FD8B11DC-E630-4138-A698-1A3C951B885B}" type="presParOf" srcId="{9A99F713-731F-40BB-B82C-4DEBE924347F}" destId="{EF5EAEB0-F608-41BE-92CA-F222C6C9C87B}" srcOrd="3" destOrd="0" presId="urn:microsoft.com/office/officeart/2005/8/layout/hierarchy1"/>
    <dgm:cxn modelId="{A48A5A64-7D42-4C42-A371-0900CEF10F18}" type="presParOf" srcId="{EF5EAEB0-F608-41BE-92CA-F222C6C9C87B}" destId="{B2E2C286-DBC2-42E6-B48C-5BFE0079B5AB}" srcOrd="0" destOrd="0" presId="urn:microsoft.com/office/officeart/2005/8/layout/hierarchy1"/>
    <dgm:cxn modelId="{D83D6834-968F-45E4-9019-43DE59E4CAE4}" type="presParOf" srcId="{B2E2C286-DBC2-42E6-B48C-5BFE0079B5AB}" destId="{AC383C4B-946D-4A79-9C78-7825292A9867}" srcOrd="0" destOrd="0" presId="urn:microsoft.com/office/officeart/2005/8/layout/hierarchy1"/>
    <dgm:cxn modelId="{20A2D341-300A-46F9-B743-77AF0E18EF22}" type="presParOf" srcId="{B2E2C286-DBC2-42E6-B48C-5BFE0079B5AB}" destId="{EA84E60F-89D8-40D7-9FFE-EAFBEC02CBF9}" srcOrd="1" destOrd="0" presId="urn:microsoft.com/office/officeart/2005/8/layout/hierarchy1"/>
    <dgm:cxn modelId="{E3FBC903-EDB7-4486-92C2-9BEACDB1AA47}" type="presParOf" srcId="{EF5EAEB0-F608-41BE-92CA-F222C6C9C87B}" destId="{FB33E1FB-5F77-4CD9-898E-C71F7170DF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03C5F-031D-4B44-A539-F0F9099F3C2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E005D61-8297-4DA9-B374-C526B39E08E2}">
      <dgm:prSet/>
      <dgm:spPr/>
      <dgm:t>
        <a:bodyPr/>
        <a:lstStyle/>
        <a:p>
          <a:r>
            <a:rPr lang="en-US" dirty="0">
              <a:solidFill>
                <a:srgbClr val="4A66AC"/>
              </a:solidFill>
            </a:rPr>
            <a:t>Deep Fakes also called synthetic content or synthetic media refers to a broad range of generated or manipulated data which includes images, videos, audio, or text, created using artificial intelligence.</a:t>
          </a:r>
        </a:p>
      </dgm:t>
    </dgm:pt>
    <dgm:pt modelId="{4115A4E3-2096-4832-BFBA-328ED3541A81}" type="parTrans" cxnId="{57A0554C-159D-4A33-AE21-DC62DCED6740}">
      <dgm:prSet/>
      <dgm:spPr/>
      <dgm:t>
        <a:bodyPr/>
        <a:lstStyle/>
        <a:p>
          <a:endParaRPr lang="en-US"/>
        </a:p>
      </dgm:t>
    </dgm:pt>
    <dgm:pt modelId="{06458AD7-7ED4-4AE6-9D9E-F2A6AEE5D762}" type="sibTrans" cxnId="{57A0554C-159D-4A33-AE21-DC62DCED6740}">
      <dgm:prSet/>
      <dgm:spPr/>
      <dgm:t>
        <a:bodyPr/>
        <a:lstStyle/>
        <a:p>
          <a:endParaRPr lang="en-US"/>
        </a:p>
      </dgm:t>
    </dgm:pt>
    <dgm:pt modelId="{AF9349B7-B442-4B38-AD50-0D84F7930BAF}">
      <dgm:prSet/>
      <dgm:spPr/>
      <dgm:t>
        <a:bodyPr/>
        <a:lstStyle/>
        <a:p>
          <a:pPr rtl="0"/>
          <a:r>
            <a:rPr lang="en-US" dirty="0">
              <a:solidFill>
                <a:srgbClr val="4A66AC"/>
              </a:solidFill>
            </a:rPr>
            <a:t>Deep Fakes can depict the alteration or impersonation of a person's identity to make it appear as if they are doing or saying things they did not do or say.</a:t>
          </a:r>
          <a:r>
            <a:rPr lang="en-US" dirty="0">
              <a:solidFill>
                <a:srgbClr val="4A66AC"/>
              </a:solidFill>
              <a:latin typeface="The Serif Hand Black"/>
            </a:rPr>
            <a:t> </a:t>
          </a:r>
          <a:endParaRPr lang="en-US" dirty="0">
            <a:solidFill>
              <a:srgbClr val="4A66AC"/>
            </a:solidFill>
          </a:endParaRPr>
        </a:p>
      </dgm:t>
    </dgm:pt>
    <dgm:pt modelId="{6A2F6430-2346-4B8B-B568-07B475C493F2}" type="parTrans" cxnId="{A7D9391F-34FF-4728-9BA2-F7EF2C148395}">
      <dgm:prSet/>
      <dgm:spPr/>
      <dgm:t>
        <a:bodyPr/>
        <a:lstStyle/>
        <a:p>
          <a:endParaRPr lang="en-US"/>
        </a:p>
      </dgm:t>
    </dgm:pt>
    <dgm:pt modelId="{C5EB76FF-C84D-4242-8939-6857F77BCB18}" type="sibTrans" cxnId="{A7D9391F-34FF-4728-9BA2-F7EF2C148395}">
      <dgm:prSet/>
      <dgm:spPr/>
      <dgm:t>
        <a:bodyPr/>
        <a:lstStyle/>
        <a:p>
          <a:endParaRPr lang="en-US"/>
        </a:p>
      </dgm:t>
    </dgm:pt>
    <dgm:pt modelId="{200A4070-E0E4-4A72-B504-2480AE092291}">
      <dgm:prSet/>
      <dgm:spPr/>
      <dgm:t>
        <a:bodyPr/>
        <a:lstStyle/>
        <a:p>
          <a:r>
            <a:rPr lang="en-US" b="1" dirty="0" err="1">
              <a:solidFill>
                <a:srgbClr val="4A66AC"/>
              </a:solidFill>
            </a:rPr>
            <a:t>GenAI</a:t>
          </a:r>
          <a:r>
            <a:rPr lang="en-US" b="1" dirty="0">
              <a:solidFill>
                <a:srgbClr val="4A66AC"/>
              </a:solidFill>
            </a:rPr>
            <a:t> Changed the Game</a:t>
          </a:r>
          <a:endParaRPr lang="en-US" dirty="0">
            <a:solidFill>
              <a:srgbClr val="4A66AC"/>
            </a:solidFill>
          </a:endParaRPr>
        </a:p>
      </dgm:t>
    </dgm:pt>
    <dgm:pt modelId="{DE057F4D-4382-40DE-B039-AF1E3D810D06}" type="parTrans" cxnId="{A5749810-1723-4DEC-A3DA-A2D04C877059}">
      <dgm:prSet/>
      <dgm:spPr/>
      <dgm:t>
        <a:bodyPr/>
        <a:lstStyle/>
        <a:p>
          <a:endParaRPr lang="en-US"/>
        </a:p>
      </dgm:t>
    </dgm:pt>
    <dgm:pt modelId="{88224BF3-BB5C-4061-8CCF-401C96DD8A52}" type="sibTrans" cxnId="{A5749810-1723-4DEC-A3DA-A2D04C877059}">
      <dgm:prSet/>
      <dgm:spPr/>
      <dgm:t>
        <a:bodyPr/>
        <a:lstStyle/>
        <a:p>
          <a:endParaRPr lang="en-US"/>
        </a:p>
      </dgm:t>
    </dgm:pt>
    <dgm:pt modelId="{BCF2554B-43D0-4137-8F8F-205790400BAD}">
      <dgm:prSet/>
      <dgm:spPr/>
      <dgm:t>
        <a:bodyPr/>
        <a:lstStyle/>
        <a:p>
          <a:r>
            <a:rPr lang="en-US" dirty="0">
              <a:solidFill>
                <a:srgbClr val="4A66AC"/>
              </a:solidFill>
            </a:rPr>
            <a:t>Recent technology advancements have improved the quality, customizability, and accessibility of artificial intelligence (AI)-enabled content creation. This content is used for blackmail, bullying, extortion, or fake kidnapping scams.</a:t>
          </a:r>
        </a:p>
      </dgm:t>
    </dgm:pt>
    <dgm:pt modelId="{E77A3CF8-570E-480C-B016-BA90336F70BE}" type="parTrans" cxnId="{E17991F7-99B1-4D74-B340-AAA65701AE38}">
      <dgm:prSet/>
      <dgm:spPr/>
      <dgm:t>
        <a:bodyPr/>
        <a:lstStyle/>
        <a:p>
          <a:endParaRPr lang="en-US"/>
        </a:p>
      </dgm:t>
    </dgm:pt>
    <dgm:pt modelId="{8716D1E9-6BDB-4381-82C9-3B4C7CA924D2}" type="sibTrans" cxnId="{E17991F7-99B1-4D74-B340-AAA65701AE38}">
      <dgm:prSet/>
      <dgm:spPr/>
      <dgm:t>
        <a:bodyPr/>
        <a:lstStyle/>
        <a:p>
          <a:endParaRPr lang="en-US"/>
        </a:p>
      </dgm:t>
    </dgm:pt>
    <dgm:pt modelId="{5725D012-75F1-449A-9577-20E226906A58}" type="pres">
      <dgm:prSet presAssocID="{95B03C5F-031D-4B44-A539-F0F9099F3C24}" presName="vert0" presStyleCnt="0">
        <dgm:presLayoutVars>
          <dgm:dir/>
          <dgm:animOne val="branch"/>
          <dgm:animLvl val="lvl"/>
        </dgm:presLayoutVars>
      </dgm:prSet>
      <dgm:spPr/>
    </dgm:pt>
    <dgm:pt modelId="{967852EC-80D7-469A-B170-BC19B380F038}" type="pres">
      <dgm:prSet presAssocID="{FE005D61-8297-4DA9-B374-C526B39E08E2}" presName="thickLine" presStyleLbl="alignNode1" presStyleIdx="0" presStyleCnt="4"/>
      <dgm:spPr/>
    </dgm:pt>
    <dgm:pt modelId="{EE1950BD-8CFA-4E10-80FE-93ED28FBC80E}" type="pres">
      <dgm:prSet presAssocID="{FE005D61-8297-4DA9-B374-C526B39E08E2}" presName="horz1" presStyleCnt="0"/>
      <dgm:spPr/>
    </dgm:pt>
    <dgm:pt modelId="{597B735B-EE46-4448-BF42-42D4F7DB3A8E}" type="pres">
      <dgm:prSet presAssocID="{FE005D61-8297-4DA9-B374-C526B39E08E2}" presName="tx1" presStyleLbl="revTx" presStyleIdx="0" presStyleCnt="4"/>
      <dgm:spPr/>
    </dgm:pt>
    <dgm:pt modelId="{825D29B0-2C76-4CFC-A16D-8A287AB549AE}" type="pres">
      <dgm:prSet presAssocID="{FE005D61-8297-4DA9-B374-C526B39E08E2}" presName="vert1" presStyleCnt="0"/>
      <dgm:spPr/>
    </dgm:pt>
    <dgm:pt modelId="{873B0CBC-F2F1-4F66-90F2-5CB7EA8DE4E4}" type="pres">
      <dgm:prSet presAssocID="{AF9349B7-B442-4B38-AD50-0D84F7930BAF}" presName="thickLine" presStyleLbl="alignNode1" presStyleIdx="1" presStyleCnt="4"/>
      <dgm:spPr/>
    </dgm:pt>
    <dgm:pt modelId="{0BFA4297-427D-4D3F-A5F4-CA079E94825E}" type="pres">
      <dgm:prSet presAssocID="{AF9349B7-B442-4B38-AD50-0D84F7930BAF}" presName="horz1" presStyleCnt="0"/>
      <dgm:spPr/>
    </dgm:pt>
    <dgm:pt modelId="{46434BD3-0BBB-4403-B01F-7ADA01FBF344}" type="pres">
      <dgm:prSet presAssocID="{AF9349B7-B442-4B38-AD50-0D84F7930BAF}" presName="tx1" presStyleLbl="revTx" presStyleIdx="1" presStyleCnt="4"/>
      <dgm:spPr/>
    </dgm:pt>
    <dgm:pt modelId="{768838F6-F0C7-416E-BBA8-E78EA25ADDBA}" type="pres">
      <dgm:prSet presAssocID="{AF9349B7-B442-4B38-AD50-0D84F7930BAF}" presName="vert1" presStyleCnt="0"/>
      <dgm:spPr/>
    </dgm:pt>
    <dgm:pt modelId="{C63C951D-75FC-4F2D-BB68-B67D1DABACDE}" type="pres">
      <dgm:prSet presAssocID="{200A4070-E0E4-4A72-B504-2480AE092291}" presName="thickLine" presStyleLbl="alignNode1" presStyleIdx="2" presStyleCnt="4"/>
      <dgm:spPr/>
    </dgm:pt>
    <dgm:pt modelId="{D2FE458C-9238-48BD-A033-16E9412C2292}" type="pres">
      <dgm:prSet presAssocID="{200A4070-E0E4-4A72-B504-2480AE092291}" presName="horz1" presStyleCnt="0"/>
      <dgm:spPr/>
    </dgm:pt>
    <dgm:pt modelId="{25335199-7738-40E1-A4D4-9F2DBACE6103}" type="pres">
      <dgm:prSet presAssocID="{200A4070-E0E4-4A72-B504-2480AE092291}" presName="tx1" presStyleLbl="revTx" presStyleIdx="2" presStyleCnt="4"/>
      <dgm:spPr/>
    </dgm:pt>
    <dgm:pt modelId="{1B308B55-85F3-4C5B-B134-DB4C6A1353CD}" type="pres">
      <dgm:prSet presAssocID="{200A4070-E0E4-4A72-B504-2480AE092291}" presName="vert1" presStyleCnt="0"/>
      <dgm:spPr/>
    </dgm:pt>
    <dgm:pt modelId="{AB655DE7-00C3-4F83-B57E-554B6D3F58CC}" type="pres">
      <dgm:prSet presAssocID="{BCF2554B-43D0-4137-8F8F-205790400BAD}" presName="thickLine" presStyleLbl="alignNode1" presStyleIdx="3" presStyleCnt="4"/>
      <dgm:spPr/>
    </dgm:pt>
    <dgm:pt modelId="{A4AC8D41-D991-492C-B0CE-3038BDF6821B}" type="pres">
      <dgm:prSet presAssocID="{BCF2554B-43D0-4137-8F8F-205790400BAD}" presName="horz1" presStyleCnt="0"/>
      <dgm:spPr/>
    </dgm:pt>
    <dgm:pt modelId="{8027AC77-4259-4ACE-AE18-8687A412DCC5}" type="pres">
      <dgm:prSet presAssocID="{BCF2554B-43D0-4137-8F8F-205790400BAD}" presName="tx1" presStyleLbl="revTx" presStyleIdx="3" presStyleCnt="4"/>
      <dgm:spPr/>
    </dgm:pt>
    <dgm:pt modelId="{F97894CC-04C2-4FF5-8A03-06CFC8B21F12}" type="pres">
      <dgm:prSet presAssocID="{BCF2554B-43D0-4137-8F8F-205790400BAD}" presName="vert1" presStyleCnt="0"/>
      <dgm:spPr/>
    </dgm:pt>
  </dgm:ptLst>
  <dgm:cxnLst>
    <dgm:cxn modelId="{A5749810-1723-4DEC-A3DA-A2D04C877059}" srcId="{95B03C5F-031D-4B44-A539-F0F9099F3C24}" destId="{200A4070-E0E4-4A72-B504-2480AE092291}" srcOrd="2" destOrd="0" parTransId="{DE057F4D-4382-40DE-B039-AF1E3D810D06}" sibTransId="{88224BF3-BB5C-4061-8CCF-401C96DD8A52}"/>
    <dgm:cxn modelId="{A7D9391F-34FF-4728-9BA2-F7EF2C148395}" srcId="{95B03C5F-031D-4B44-A539-F0F9099F3C24}" destId="{AF9349B7-B442-4B38-AD50-0D84F7930BAF}" srcOrd="1" destOrd="0" parTransId="{6A2F6430-2346-4B8B-B568-07B475C493F2}" sibTransId="{C5EB76FF-C84D-4242-8939-6857F77BCB18}"/>
    <dgm:cxn modelId="{2CE01F34-0A18-4652-B29B-7577158C8A28}" type="presOf" srcId="{AF9349B7-B442-4B38-AD50-0D84F7930BAF}" destId="{46434BD3-0BBB-4403-B01F-7ADA01FBF344}" srcOrd="0" destOrd="0" presId="urn:microsoft.com/office/officeart/2008/layout/LinedList"/>
    <dgm:cxn modelId="{57A0554C-159D-4A33-AE21-DC62DCED6740}" srcId="{95B03C5F-031D-4B44-A539-F0F9099F3C24}" destId="{FE005D61-8297-4DA9-B374-C526B39E08E2}" srcOrd="0" destOrd="0" parTransId="{4115A4E3-2096-4832-BFBA-328ED3541A81}" sibTransId="{06458AD7-7ED4-4AE6-9D9E-F2A6AEE5D762}"/>
    <dgm:cxn modelId="{ED497057-69FA-49CD-BA48-766853EDC4BE}" type="presOf" srcId="{FE005D61-8297-4DA9-B374-C526B39E08E2}" destId="{597B735B-EE46-4448-BF42-42D4F7DB3A8E}" srcOrd="0" destOrd="0" presId="urn:microsoft.com/office/officeart/2008/layout/LinedList"/>
    <dgm:cxn modelId="{06D7D698-F09E-45BE-97BB-0F3C908D971F}" type="presOf" srcId="{BCF2554B-43D0-4137-8F8F-205790400BAD}" destId="{8027AC77-4259-4ACE-AE18-8687A412DCC5}" srcOrd="0" destOrd="0" presId="urn:microsoft.com/office/officeart/2008/layout/LinedList"/>
    <dgm:cxn modelId="{D3459AB6-18E2-44E9-B3F7-44AC0C8842A4}" type="presOf" srcId="{95B03C5F-031D-4B44-A539-F0F9099F3C24}" destId="{5725D012-75F1-449A-9577-20E226906A58}" srcOrd="0" destOrd="0" presId="urn:microsoft.com/office/officeart/2008/layout/LinedList"/>
    <dgm:cxn modelId="{FA51AACE-7092-493C-B95C-020189AA734F}" type="presOf" srcId="{200A4070-E0E4-4A72-B504-2480AE092291}" destId="{25335199-7738-40E1-A4D4-9F2DBACE6103}" srcOrd="0" destOrd="0" presId="urn:microsoft.com/office/officeart/2008/layout/LinedList"/>
    <dgm:cxn modelId="{E17991F7-99B1-4D74-B340-AAA65701AE38}" srcId="{95B03C5F-031D-4B44-A539-F0F9099F3C24}" destId="{BCF2554B-43D0-4137-8F8F-205790400BAD}" srcOrd="3" destOrd="0" parTransId="{E77A3CF8-570E-480C-B016-BA90336F70BE}" sibTransId="{8716D1E9-6BDB-4381-82C9-3B4C7CA924D2}"/>
    <dgm:cxn modelId="{E17B99F5-4367-40AE-B5B9-1B81AC31C138}" type="presParOf" srcId="{5725D012-75F1-449A-9577-20E226906A58}" destId="{967852EC-80D7-469A-B170-BC19B380F038}" srcOrd="0" destOrd="0" presId="urn:microsoft.com/office/officeart/2008/layout/LinedList"/>
    <dgm:cxn modelId="{0056559F-C7E2-4F22-BE53-DFE7F89AAF6E}" type="presParOf" srcId="{5725D012-75F1-449A-9577-20E226906A58}" destId="{EE1950BD-8CFA-4E10-80FE-93ED28FBC80E}" srcOrd="1" destOrd="0" presId="urn:microsoft.com/office/officeart/2008/layout/LinedList"/>
    <dgm:cxn modelId="{0DDDD8BB-CCA0-43DD-9879-BB701403E9CB}" type="presParOf" srcId="{EE1950BD-8CFA-4E10-80FE-93ED28FBC80E}" destId="{597B735B-EE46-4448-BF42-42D4F7DB3A8E}" srcOrd="0" destOrd="0" presId="urn:microsoft.com/office/officeart/2008/layout/LinedList"/>
    <dgm:cxn modelId="{AD9F7864-914D-4CBE-B002-C9AEFBE11DDF}" type="presParOf" srcId="{EE1950BD-8CFA-4E10-80FE-93ED28FBC80E}" destId="{825D29B0-2C76-4CFC-A16D-8A287AB549AE}" srcOrd="1" destOrd="0" presId="urn:microsoft.com/office/officeart/2008/layout/LinedList"/>
    <dgm:cxn modelId="{ED9BF594-2427-4F21-9618-20E794CA32FE}" type="presParOf" srcId="{5725D012-75F1-449A-9577-20E226906A58}" destId="{873B0CBC-F2F1-4F66-90F2-5CB7EA8DE4E4}" srcOrd="2" destOrd="0" presId="urn:microsoft.com/office/officeart/2008/layout/LinedList"/>
    <dgm:cxn modelId="{EF9026D2-EEC5-4272-B822-BE2A7C44E0E1}" type="presParOf" srcId="{5725D012-75F1-449A-9577-20E226906A58}" destId="{0BFA4297-427D-4D3F-A5F4-CA079E94825E}" srcOrd="3" destOrd="0" presId="urn:microsoft.com/office/officeart/2008/layout/LinedList"/>
    <dgm:cxn modelId="{90293CFE-5C58-4E5E-80CE-501212434FA0}" type="presParOf" srcId="{0BFA4297-427D-4D3F-A5F4-CA079E94825E}" destId="{46434BD3-0BBB-4403-B01F-7ADA01FBF344}" srcOrd="0" destOrd="0" presId="urn:microsoft.com/office/officeart/2008/layout/LinedList"/>
    <dgm:cxn modelId="{F92B7A85-982D-497E-82CC-CEE41411313B}" type="presParOf" srcId="{0BFA4297-427D-4D3F-A5F4-CA079E94825E}" destId="{768838F6-F0C7-416E-BBA8-E78EA25ADDBA}" srcOrd="1" destOrd="0" presId="urn:microsoft.com/office/officeart/2008/layout/LinedList"/>
    <dgm:cxn modelId="{4B753283-2DD0-4A00-A0E4-0CE80FC7F03C}" type="presParOf" srcId="{5725D012-75F1-449A-9577-20E226906A58}" destId="{C63C951D-75FC-4F2D-BB68-B67D1DABACDE}" srcOrd="4" destOrd="0" presId="urn:microsoft.com/office/officeart/2008/layout/LinedList"/>
    <dgm:cxn modelId="{B880A85D-468F-482C-B277-79907E48EDD7}" type="presParOf" srcId="{5725D012-75F1-449A-9577-20E226906A58}" destId="{D2FE458C-9238-48BD-A033-16E9412C2292}" srcOrd="5" destOrd="0" presId="urn:microsoft.com/office/officeart/2008/layout/LinedList"/>
    <dgm:cxn modelId="{35A6EC27-9B12-44E5-9FAC-5B1BB8BBD07C}" type="presParOf" srcId="{D2FE458C-9238-48BD-A033-16E9412C2292}" destId="{25335199-7738-40E1-A4D4-9F2DBACE6103}" srcOrd="0" destOrd="0" presId="urn:microsoft.com/office/officeart/2008/layout/LinedList"/>
    <dgm:cxn modelId="{0271CFFB-4712-4D9C-83F2-0019281B67FA}" type="presParOf" srcId="{D2FE458C-9238-48BD-A033-16E9412C2292}" destId="{1B308B55-85F3-4C5B-B134-DB4C6A1353CD}" srcOrd="1" destOrd="0" presId="urn:microsoft.com/office/officeart/2008/layout/LinedList"/>
    <dgm:cxn modelId="{075E6404-5A81-48C8-83DF-F1B676418772}" type="presParOf" srcId="{5725D012-75F1-449A-9577-20E226906A58}" destId="{AB655DE7-00C3-4F83-B57E-554B6D3F58CC}" srcOrd="6" destOrd="0" presId="urn:microsoft.com/office/officeart/2008/layout/LinedList"/>
    <dgm:cxn modelId="{933A59B2-25CB-4DCB-988B-A368EAAAFCE8}" type="presParOf" srcId="{5725D012-75F1-449A-9577-20E226906A58}" destId="{A4AC8D41-D991-492C-B0CE-3038BDF6821B}" srcOrd="7" destOrd="0" presId="urn:microsoft.com/office/officeart/2008/layout/LinedList"/>
    <dgm:cxn modelId="{6B034679-BA24-4B55-A975-C0868772CA2E}" type="presParOf" srcId="{A4AC8D41-D991-492C-B0CE-3038BDF6821B}" destId="{8027AC77-4259-4ACE-AE18-8687A412DCC5}" srcOrd="0" destOrd="0" presId="urn:microsoft.com/office/officeart/2008/layout/LinedList"/>
    <dgm:cxn modelId="{8E6FE466-735F-4C3F-B3AC-8D894D3807FB}" type="presParOf" srcId="{A4AC8D41-D991-492C-B0CE-3038BDF6821B}" destId="{F97894CC-04C2-4FF5-8A03-06CFC8B21F1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4142B5-4534-4EFB-9D55-5656B66E1B0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B1401F-A858-4666-ACA9-C41F01A01D46}">
      <dgm:prSet/>
      <dgm:spPr/>
      <dgm:t>
        <a:bodyPr/>
        <a:lstStyle/>
        <a:p>
          <a:pPr rtl="0"/>
          <a:r>
            <a:rPr lang="en-US" dirty="0">
              <a:latin typeface="The Serif Hand Black"/>
            </a:rPr>
            <a:t>TALK to</a:t>
          </a:r>
          <a:r>
            <a:rPr lang="en-US" dirty="0"/>
            <a:t> all family members about Deep Fakes and advances in Generative Artificial Intelligence </a:t>
          </a:r>
          <a:r>
            <a:rPr lang="en-US" dirty="0">
              <a:latin typeface="The Serif Hand Black"/>
            </a:rPr>
            <a:t>&amp; how </a:t>
          </a:r>
          <a:r>
            <a:rPr lang="en-US" dirty="0"/>
            <a:t>malicious actors use them to deceive people</a:t>
          </a:r>
          <a:r>
            <a:rPr lang="en-US" dirty="0">
              <a:latin typeface="The Serif Hand Black"/>
            </a:rPr>
            <a:t> &amp;</a:t>
          </a:r>
          <a:r>
            <a:rPr lang="en-US" dirty="0"/>
            <a:t> for illicit purposes</a:t>
          </a:r>
          <a:r>
            <a:rPr lang="en-US" dirty="0">
              <a:latin typeface="The Serif Hand Black"/>
            </a:rPr>
            <a:t> </a:t>
          </a:r>
          <a:endParaRPr lang="en-US" dirty="0"/>
        </a:p>
      </dgm:t>
    </dgm:pt>
    <dgm:pt modelId="{412D6A96-EB56-4E6E-9D56-F2AF4A6E5986}" type="parTrans" cxnId="{439F9DE0-18A3-4AC2-987C-4750EF5A12F4}">
      <dgm:prSet/>
      <dgm:spPr/>
      <dgm:t>
        <a:bodyPr/>
        <a:lstStyle/>
        <a:p>
          <a:endParaRPr lang="en-US"/>
        </a:p>
      </dgm:t>
    </dgm:pt>
    <dgm:pt modelId="{31FDBD96-360B-43ED-954A-A03DBA46B111}" type="sibTrans" cxnId="{439F9DE0-18A3-4AC2-987C-4750EF5A12F4}">
      <dgm:prSet/>
      <dgm:spPr/>
      <dgm:t>
        <a:bodyPr/>
        <a:lstStyle/>
        <a:p>
          <a:endParaRPr lang="en-US"/>
        </a:p>
      </dgm:t>
    </dgm:pt>
    <dgm:pt modelId="{A60F2B0B-6CA2-4880-84F9-30DBD10B1755}">
      <dgm:prSet/>
      <dgm:spPr/>
      <dgm:t>
        <a:bodyPr/>
        <a:lstStyle/>
        <a:p>
          <a:pPr rtl="0"/>
          <a:r>
            <a:rPr lang="en-US" b="1" dirty="0">
              <a:latin typeface="The Serif Hand Black"/>
            </a:rPr>
            <a:t>Create a </a:t>
          </a:r>
          <a:r>
            <a:rPr lang="en-US" b="1" dirty="0"/>
            <a:t>Secret Code</a:t>
          </a:r>
          <a:r>
            <a:rPr lang="en-US" dirty="0"/>
            <a:t> to protect against fake phone audio or video calls.</a:t>
          </a:r>
          <a:r>
            <a:rPr lang="en-US" dirty="0">
              <a:latin typeface="The Serif Hand Black"/>
            </a:rPr>
            <a:t> </a:t>
          </a:r>
          <a:r>
            <a:rPr lang="en-US" dirty="0"/>
            <a:t>Be prepared with a secret code word every family member knows, but that criminals won’t guess</a:t>
          </a:r>
        </a:p>
      </dgm:t>
    </dgm:pt>
    <dgm:pt modelId="{166F80C6-6199-4E54-9F0F-56AABD33E4F7}" type="parTrans" cxnId="{5D11F35D-D486-434A-9933-F80E86587452}">
      <dgm:prSet/>
      <dgm:spPr/>
      <dgm:t>
        <a:bodyPr/>
        <a:lstStyle/>
        <a:p>
          <a:endParaRPr lang="en-US"/>
        </a:p>
      </dgm:t>
    </dgm:pt>
    <dgm:pt modelId="{FED1FF28-D704-4444-8684-EB044B65ED85}" type="sibTrans" cxnId="{5D11F35D-D486-434A-9933-F80E86587452}">
      <dgm:prSet/>
      <dgm:spPr/>
      <dgm:t>
        <a:bodyPr/>
        <a:lstStyle/>
        <a:p>
          <a:endParaRPr lang="en-US"/>
        </a:p>
      </dgm:t>
    </dgm:pt>
    <dgm:pt modelId="{89B9C25B-D547-401F-8DFB-AF40CB382402}">
      <dgm:prSet/>
      <dgm:spPr/>
      <dgm:t>
        <a:bodyPr/>
        <a:lstStyle/>
        <a:p>
          <a:pPr rtl="0"/>
          <a:r>
            <a:rPr lang="en-US" b="1" dirty="0"/>
            <a:t>Monitor </a:t>
          </a:r>
          <a:r>
            <a:rPr lang="en-US" dirty="0"/>
            <a:t>children's online activity </a:t>
          </a:r>
          <a:r>
            <a:rPr lang="en-US" dirty="0">
              <a:latin typeface="The Serif Hand Black"/>
            </a:rPr>
            <a:t>&amp; discuss</a:t>
          </a:r>
          <a:r>
            <a:rPr lang="en-US" dirty="0"/>
            <a:t> risks associated with sharing personal content</a:t>
          </a:r>
        </a:p>
      </dgm:t>
    </dgm:pt>
    <dgm:pt modelId="{F866E51C-DEED-4D65-BBE0-E494A2872741}" type="parTrans" cxnId="{22F1CC7D-AC33-4143-8A18-BAE27D1624FB}">
      <dgm:prSet/>
      <dgm:spPr/>
      <dgm:t>
        <a:bodyPr/>
        <a:lstStyle/>
        <a:p>
          <a:endParaRPr lang="en-US"/>
        </a:p>
      </dgm:t>
    </dgm:pt>
    <dgm:pt modelId="{DCF3794F-9C73-4C67-A72B-2C4276B97E86}" type="sibTrans" cxnId="{22F1CC7D-AC33-4143-8A18-BAE27D1624FB}">
      <dgm:prSet/>
      <dgm:spPr/>
      <dgm:t>
        <a:bodyPr/>
        <a:lstStyle/>
        <a:p>
          <a:endParaRPr lang="en-US"/>
        </a:p>
      </dgm:t>
    </dgm:pt>
    <dgm:pt modelId="{89D1ED24-29DE-4FEF-8DEB-01131F9551AF}">
      <dgm:prSet/>
      <dgm:spPr/>
      <dgm:t>
        <a:bodyPr/>
        <a:lstStyle/>
        <a:p>
          <a:pPr rtl="0"/>
          <a:r>
            <a:rPr lang="en-US" b="1" dirty="0"/>
            <a:t>Research</a:t>
          </a:r>
          <a:r>
            <a:rPr lang="en-US" dirty="0"/>
            <a:t> privacy, data sharing,</a:t>
          </a:r>
          <a:r>
            <a:rPr lang="en-US" dirty="0">
              <a:latin typeface="The Serif Hand Black"/>
            </a:rPr>
            <a:t> &amp;</a:t>
          </a:r>
          <a:r>
            <a:rPr lang="en-US" dirty="0"/>
            <a:t> data retention policies of social media platforms, apps, and websites before uploading </a:t>
          </a:r>
          <a:r>
            <a:rPr lang="en-US" dirty="0">
              <a:latin typeface="The Serif Hand Black"/>
            </a:rPr>
            <a:t>&amp; sharing</a:t>
          </a:r>
          <a:r>
            <a:rPr lang="en-US" dirty="0"/>
            <a:t> images, videos, or other personal content</a:t>
          </a:r>
        </a:p>
      </dgm:t>
    </dgm:pt>
    <dgm:pt modelId="{0A2F5CFD-8AC6-429B-85F5-5EC14EE73B53}" type="parTrans" cxnId="{48F5F156-FA50-4D9D-A74F-1B447F6569E0}">
      <dgm:prSet/>
      <dgm:spPr/>
      <dgm:t>
        <a:bodyPr/>
        <a:lstStyle/>
        <a:p>
          <a:endParaRPr lang="en-US"/>
        </a:p>
      </dgm:t>
    </dgm:pt>
    <dgm:pt modelId="{BAA5A9E1-9220-4F59-95ED-BD2BDBF8A3D5}" type="sibTrans" cxnId="{48F5F156-FA50-4D9D-A74F-1B447F6569E0}">
      <dgm:prSet/>
      <dgm:spPr/>
      <dgm:t>
        <a:bodyPr/>
        <a:lstStyle/>
        <a:p>
          <a:endParaRPr lang="en-US"/>
        </a:p>
      </dgm:t>
    </dgm:pt>
    <dgm:pt modelId="{16987D5A-6455-4A29-95C8-FFD0B0F09BE4}">
      <dgm:prSet/>
      <dgm:spPr/>
      <dgm:t>
        <a:bodyPr/>
        <a:lstStyle/>
        <a:p>
          <a:pPr rtl="0"/>
          <a:r>
            <a:rPr lang="en-US" b="0" dirty="0">
              <a:latin typeface="The Serif Hand Black"/>
            </a:rPr>
            <a:t>Use</a:t>
          </a:r>
          <a:r>
            <a:rPr lang="en-US" dirty="0"/>
            <a:t> the privacy settings on social media account, including setting profiles</a:t>
          </a:r>
          <a:r>
            <a:rPr lang="en-US" dirty="0">
              <a:latin typeface="The Serif Hand Black"/>
            </a:rPr>
            <a:t> &amp;</a:t>
          </a:r>
          <a:r>
            <a:rPr lang="en-US" dirty="0"/>
            <a:t> your friends lists to private</a:t>
          </a:r>
          <a:endParaRPr lang="en-US" dirty="0">
            <a:latin typeface="The Serif Hand Black"/>
          </a:endParaRPr>
        </a:p>
      </dgm:t>
    </dgm:pt>
    <dgm:pt modelId="{B43C0052-7CC1-4C46-8E32-24F7D8068680}" type="parTrans" cxnId="{41270280-0706-46AA-B0A3-F3DB691FFC65}">
      <dgm:prSet/>
      <dgm:spPr/>
      <dgm:t>
        <a:bodyPr/>
        <a:lstStyle/>
        <a:p>
          <a:endParaRPr lang="en-US"/>
        </a:p>
      </dgm:t>
    </dgm:pt>
    <dgm:pt modelId="{F32929B9-5E4E-4B30-8758-A13F3C2E0D1C}" type="sibTrans" cxnId="{41270280-0706-46AA-B0A3-F3DB691FFC65}">
      <dgm:prSet/>
      <dgm:spPr/>
      <dgm:t>
        <a:bodyPr/>
        <a:lstStyle/>
        <a:p>
          <a:endParaRPr lang="en-US"/>
        </a:p>
      </dgm:t>
    </dgm:pt>
    <dgm:pt modelId="{D20154C6-A4D2-4C36-9A58-B19D366D105E}">
      <dgm:prSet/>
      <dgm:spPr/>
      <dgm:t>
        <a:bodyPr/>
        <a:lstStyle/>
        <a:p>
          <a:pPr rtl="0"/>
          <a:r>
            <a:rPr lang="en-US" b="1" dirty="0"/>
            <a:t>Secure</a:t>
          </a:r>
          <a:r>
            <a:rPr lang="en-US" dirty="0"/>
            <a:t> social media </a:t>
          </a:r>
          <a:r>
            <a:rPr lang="en-US" dirty="0">
              <a:latin typeface="The Serif Hand Black"/>
            </a:rPr>
            <a:t>&amp; other</a:t>
          </a:r>
          <a:r>
            <a:rPr lang="en-US" dirty="0"/>
            <a:t> online accounts using complex passwords or passphrases</a:t>
          </a:r>
          <a:r>
            <a:rPr lang="en-US" dirty="0">
              <a:latin typeface="The Serif Hand Black"/>
            </a:rPr>
            <a:t> &amp;</a:t>
          </a:r>
          <a:r>
            <a:rPr lang="en-US" dirty="0"/>
            <a:t> multi-factor authentication</a:t>
          </a:r>
        </a:p>
      </dgm:t>
    </dgm:pt>
    <dgm:pt modelId="{368A90CB-24AF-43EB-9372-9E0A50D45507}" type="parTrans" cxnId="{B369E1F8-4173-4352-83AA-8ABE440E5076}">
      <dgm:prSet/>
      <dgm:spPr/>
      <dgm:t>
        <a:bodyPr/>
        <a:lstStyle/>
        <a:p>
          <a:endParaRPr lang="en-US"/>
        </a:p>
      </dgm:t>
    </dgm:pt>
    <dgm:pt modelId="{D1A98CF0-9A1C-420A-A57D-CAEB40024E12}" type="sibTrans" cxnId="{B369E1F8-4173-4352-83AA-8ABE440E5076}">
      <dgm:prSet/>
      <dgm:spPr/>
      <dgm:t>
        <a:bodyPr/>
        <a:lstStyle/>
        <a:p>
          <a:endParaRPr lang="en-US"/>
        </a:p>
      </dgm:t>
    </dgm:pt>
    <dgm:pt modelId="{F229FB88-54D5-4FE5-A923-6B67C6CB1482}">
      <dgm:prSet/>
      <dgm:spPr/>
      <dgm:t>
        <a:bodyPr/>
        <a:lstStyle/>
        <a:p>
          <a:pPr rtl="0"/>
          <a:r>
            <a:rPr lang="en-US" b="1" dirty="0"/>
            <a:t>Think </a:t>
          </a:r>
          <a:r>
            <a:rPr lang="en-US" b="1" dirty="0">
              <a:latin typeface="The Serif Hand Black"/>
            </a:rPr>
            <a:t>&amp; </a:t>
          </a:r>
          <a:r>
            <a:rPr lang="en-US" dirty="0">
              <a:latin typeface="The Serif Hand Black"/>
            </a:rPr>
            <a:t>exercise</a:t>
          </a:r>
          <a:r>
            <a:rPr lang="en-US" dirty="0"/>
            <a:t> caution when posting or direct messaging personal photos, videos,</a:t>
          </a:r>
          <a:r>
            <a:rPr lang="en-US" dirty="0">
              <a:latin typeface="The Serif Hand Black"/>
            </a:rPr>
            <a:t> &amp;</a:t>
          </a:r>
          <a:r>
            <a:rPr lang="en-US" dirty="0"/>
            <a:t> identifying information on social media, dating apps,</a:t>
          </a:r>
          <a:r>
            <a:rPr lang="en-US" dirty="0">
              <a:latin typeface="The Serif Hand Black"/>
            </a:rPr>
            <a:t> &amp;</a:t>
          </a:r>
          <a:r>
            <a:rPr lang="en-US" dirty="0"/>
            <a:t> other online sites</a:t>
          </a:r>
          <a:r>
            <a:rPr lang="en-US" dirty="0">
              <a:latin typeface="The Serif Hand Black"/>
            </a:rPr>
            <a:t> </a:t>
          </a:r>
          <a:endParaRPr lang="en-US" dirty="0"/>
        </a:p>
      </dgm:t>
    </dgm:pt>
    <dgm:pt modelId="{8052D336-CEF7-4906-820C-B95C2A24611D}" type="parTrans" cxnId="{623C9E96-8946-4BAE-8340-D7B6A292A320}">
      <dgm:prSet/>
      <dgm:spPr/>
      <dgm:t>
        <a:bodyPr/>
        <a:lstStyle/>
        <a:p>
          <a:endParaRPr lang="en-US"/>
        </a:p>
      </dgm:t>
    </dgm:pt>
    <dgm:pt modelId="{180A0034-974A-4CD5-B4E0-51410978074A}" type="sibTrans" cxnId="{623C9E96-8946-4BAE-8340-D7B6A292A320}">
      <dgm:prSet/>
      <dgm:spPr/>
      <dgm:t>
        <a:bodyPr/>
        <a:lstStyle/>
        <a:p>
          <a:endParaRPr lang="en-US"/>
        </a:p>
      </dgm:t>
    </dgm:pt>
    <dgm:pt modelId="{FD1D58A7-2E37-4718-B8B7-7F1DB7BBD94B}">
      <dgm:prSet/>
      <dgm:spPr/>
      <dgm:t>
        <a:bodyPr/>
        <a:lstStyle/>
        <a:p>
          <a:pPr rtl="0"/>
          <a:r>
            <a:rPr lang="en-US" b="1" dirty="0">
              <a:latin typeface="The Serif Hand Black"/>
            </a:rPr>
            <a:t>Be aware</a:t>
          </a:r>
          <a:r>
            <a:rPr lang="en-US" b="1" dirty="0"/>
            <a:t> </a:t>
          </a:r>
          <a:r>
            <a:rPr lang="en-US" dirty="0"/>
            <a:t>hacked social media accounts can easily be manipulated by malicious actors to gain trust from friends or contacts to further criminal schemes or activity</a:t>
          </a:r>
        </a:p>
      </dgm:t>
    </dgm:pt>
    <dgm:pt modelId="{44585D50-302B-4461-80D8-74E295273E82}" type="parTrans" cxnId="{3B69AB9D-8FEC-4E0C-BA09-9E85D46B96F3}">
      <dgm:prSet/>
      <dgm:spPr/>
      <dgm:t>
        <a:bodyPr/>
        <a:lstStyle/>
        <a:p>
          <a:endParaRPr lang="en-US"/>
        </a:p>
      </dgm:t>
    </dgm:pt>
    <dgm:pt modelId="{A65AD082-CCF6-4EE5-B325-1C1F3234A7AD}" type="sibTrans" cxnId="{3B69AB9D-8FEC-4E0C-BA09-9E85D46B96F3}">
      <dgm:prSet/>
      <dgm:spPr/>
      <dgm:t>
        <a:bodyPr/>
        <a:lstStyle/>
        <a:p>
          <a:endParaRPr lang="en-US"/>
        </a:p>
      </dgm:t>
    </dgm:pt>
    <dgm:pt modelId="{D760A781-4D88-431D-91E3-AF817DCB922F}" type="pres">
      <dgm:prSet presAssocID="{DA4142B5-4534-4EFB-9D55-5656B66E1B0D}" presName="diagram" presStyleCnt="0">
        <dgm:presLayoutVars>
          <dgm:dir/>
          <dgm:resizeHandles val="exact"/>
        </dgm:presLayoutVars>
      </dgm:prSet>
      <dgm:spPr/>
    </dgm:pt>
    <dgm:pt modelId="{2CC31F78-16CE-4D90-882C-D1DA42C9073F}" type="pres">
      <dgm:prSet presAssocID="{73B1401F-A858-4666-ACA9-C41F01A01D46}" presName="node" presStyleLbl="node1" presStyleIdx="0" presStyleCnt="8">
        <dgm:presLayoutVars>
          <dgm:bulletEnabled val="1"/>
        </dgm:presLayoutVars>
      </dgm:prSet>
      <dgm:spPr/>
    </dgm:pt>
    <dgm:pt modelId="{F6EE2048-F07E-41D5-9276-F3BD81CD4F1E}" type="pres">
      <dgm:prSet presAssocID="{31FDBD96-360B-43ED-954A-A03DBA46B111}" presName="sibTrans" presStyleCnt="0"/>
      <dgm:spPr/>
    </dgm:pt>
    <dgm:pt modelId="{A40E596C-96B3-40D9-ACF0-5D6C7A498311}" type="pres">
      <dgm:prSet presAssocID="{A60F2B0B-6CA2-4880-84F9-30DBD10B1755}" presName="node" presStyleLbl="node1" presStyleIdx="1" presStyleCnt="8">
        <dgm:presLayoutVars>
          <dgm:bulletEnabled val="1"/>
        </dgm:presLayoutVars>
      </dgm:prSet>
      <dgm:spPr/>
    </dgm:pt>
    <dgm:pt modelId="{7CA28FEE-BC37-4273-A192-98AE3E906229}" type="pres">
      <dgm:prSet presAssocID="{FED1FF28-D704-4444-8684-EB044B65ED85}" presName="sibTrans" presStyleCnt="0"/>
      <dgm:spPr/>
    </dgm:pt>
    <dgm:pt modelId="{7B9E608B-73C9-48B7-8922-E0AC1C462922}" type="pres">
      <dgm:prSet presAssocID="{89B9C25B-D547-401F-8DFB-AF40CB382402}" presName="node" presStyleLbl="node1" presStyleIdx="2" presStyleCnt="8">
        <dgm:presLayoutVars>
          <dgm:bulletEnabled val="1"/>
        </dgm:presLayoutVars>
      </dgm:prSet>
      <dgm:spPr/>
    </dgm:pt>
    <dgm:pt modelId="{0C51D50F-CA27-4240-B8F8-C86288DE0AE9}" type="pres">
      <dgm:prSet presAssocID="{DCF3794F-9C73-4C67-A72B-2C4276B97E86}" presName="sibTrans" presStyleCnt="0"/>
      <dgm:spPr/>
    </dgm:pt>
    <dgm:pt modelId="{D9973234-9937-4C99-A3C6-B0234746FD98}" type="pres">
      <dgm:prSet presAssocID="{89D1ED24-29DE-4FEF-8DEB-01131F9551AF}" presName="node" presStyleLbl="node1" presStyleIdx="3" presStyleCnt="8">
        <dgm:presLayoutVars>
          <dgm:bulletEnabled val="1"/>
        </dgm:presLayoutVars>
      </dgm:prSet>
      <dgm:spPr/>
    </dgm:pt>
    <dgm:pt modelId="{319B7C6D-DC6C-4E71-9579-C7D7A8BFB884}" type="pres">
      <dgm:prSet presAssocID="{BAA5A9E1-9220-4F59-95ED-BD2BDBF8A3D5}" presName="sibTrans" presStyleCnt="0"/>
      <dgm:spPr/>
    </dgm:pt>
    <dgm:pt modelId="{E1F1038A-7EE3-4A6E-BBD4-D7CD1DF327C4}" type="pres">
      <dgm:prSet presAssocID="{16987D5A-6455-4A29-95C8-FFD0B0F09BE4}" presName="node" presStyleLbl="node1" presStyleIdx="4" presStyleCnt="8">
        <dgm:presLayoutVars>
          <dgm:bulletEnabled val="1"/>
        </dgm:presLayoutVars>
      </dgm:prSet>
      <dgm:spPr/>
    </dgm:pt>
    <dgm:pt modelId="{18234991-936F-4AAF-8BB0-4BD4A1D0BE4E}" type="pres">
      <dgm:prSet presAssocID="{F32929B9-5E4E-4B30-8758-A13F3C2E0D1C}" presName="sibTrans" presStyleCnt="0"/>
      <dgm:spPr/>
    </dgm:pt>
    <dgm:pt modelId="{395B8870-EF4A-4379-9899-3710F1E336D0}" type="pres">
      <dgm:prSet presAssocID="{D20154C6-A4D2-4C36-9A58-B19D366D105E}" presName="node" presStyleLbl="node1" presStyleIdx="5" presStyleCnt="8">
        <dgm:presLayoutVars>
          <dgm:bulletEnabled val="1"/>
        </dgm:presLayoutVars>
      </dgm:prSet>
      <dgm:spPr/>
    </dgm:pt>
    <dgm:pt modelId="{31F5A53D-09F2-47A9-A3DB-5471D083B6F9}" type="pres">
      <dgm:prSet presAssocID="{D1A98CF0-9A1C-420A-A57D-CAEB40024E12}" presName="sibTrans" presStyleCnt="0"/>
      <dgm:spPr/>
    </dgm:pt>
    <dgm:pt modelId="{C6ED787B-F98C-43CF-9312-0EEEE8E00F57}" type="pres">
      <dgm:prSet presAssocID="{F229FB88-54D5-4FE5-A923-6B67C6CB1482}" presName="node" presStyleLbl="node1" presStyleIdx="6" presStyleCnt="8">
        <dgm:presLayoutVars>
          <dgm:bulletEnabled val="1"/>
        </dgm:presLayoutVars>
      </dgm:prSet>
      <dgm:spPr/>
    </dgm:pt>
    <dgm:pt modelId="{7446A669-D25B-4539-A3EC-047FA1198179}" type="pres">
      <dgm:prSet presAssocID="{180A0034-974A-4CD5-B4E0-51410978074A}" presName="sibTrans" presStyleCnt="0"/>
      <dgm:spPr/>
    </dgm:pt>
    <dgm:pt modelId="{317A95CF-BB59-4770-9856-9741BC893BC5}" type="pres">
      <dgm:prSet presAssocID="{FD1D58A7-2E37-4718-B8B7-7F1DB7BBD94B}" presName="node" presStyleLbl="node1" presStyleIdx="7" presStyleCnt="8">
        <dgm:presLayoutVars>
          <dgm:bulletEnabled val="1"/>
        </dgm:presLayoutVars>
      </dgm:prSet>
      <dgm:spPr/>
    </dgm:pt>
  </dgm:ptLst>
  <dgm:cxnLst>
    <dgm:cxn modelId="{F91A2427-43B8-4C5B-86D3-816FC67D9FEC}" type="presOf" srcId="{F229FB88-54D5-4FE5-A923-6B67C6CB1482}" destId="{C6ED787B-F98C-43CF-9312-0EEEE8E00F57}" srcOrd="0" destOrd="0" presId="urn:microsoft.com/office/officeart/2005/8/layout/default"/>
    <dgm:cxn modelId="{E23E8F3D-D04D-4C56-844C-6FD432979FDB}" type="presOf" srcId="{FD1D58A7-2E37-4718-B8B7-7F1DB7BBD94B}" destId="{317A95CF-BB59-4770-9856-9741BC893BC5}" srcOrd="0" destOrd="0" presId="urn:microsoft.com/office/officeart/2005/8/layout/default"/>
    <dgm:cxn modelId="{5D11F35D-D486-434A-9933-F80E86587452}" srcId="{DA4142B5-4534-4EFB-9D55-5656B66E1B0D}" destId="{A60F2B0B-6CA2-4880-84F9-30DBD10B1755}" srcOrd="1" destOrd="0" parTransId="{166F80C6-6199-4E54-9F0F-56AABD33E4F7}" sibTransId="{FED1FF28-D704-4444-8684-EB044B65ED85}"/>
    <dgm:cxn modelId="{5962C754-8DAC-42A4-BB41-4758DE2B396D}" type="presOf" srcId="{DA4142B5-4534-4EFB-9D55-5656B66E1B0D}" destId="{D760A781-4D88-431D-91E3-AF817DCB922F}" srcOrd="0" destOrd="0" presId="urn:microsoft.com/office/officeart/2005/8/layout/default"/>
    <dgm:cxn modelId="{48F5F156-FA50-4D9D-A74F-1B447F6569E0}" srcId="{DA4142B5-4534-4EFB-9D55-5656B66E1B0D}" destId="{89D1ED24-29DE-4FEF-8DEB-01131F9551AF}" srcOrd="3" destOrd="0" parTransId="{0A2F5CFD-8AC6-429B-85F5-5EC14EE73B53}" sibTransId="{BAA5A9E1-9220-4F59-95ED-BD2BDBF8A3D5}"/>
    <dgm:cxn modelId="{A7627458-3368-4204-8E9C-2A15E678663F}" type="presOf" srcId="{73B1401F-A858-4666-ACA9-C41F01A01D46}" destId="{2CC31F78-16CE-4D90-882C-D1DA42C9073F}" srcOrd="0" destOrd="0" presId="urn:microsoft.com/office/officeart/2005/8/layout/default"/>
    <dgm:cxn modelId="{22F1CC7D-AC33-4143-8A18-BAE27D1624FB}" srcId="{DA4142B5-4534-4EFB-9D55-5656B66E1B0D}" destId="{89B9C25B-D547-401F-8DFB-AF40CB382402}" srcOrd="2" destOrd="0" parTransId="{F866E51C-DEED-4D65-BBE0-E494A2872741}" sibTransId="{DCF3794F-9C73-4C67-A72B-2C4276B97E86}"/>
    <dgm:cxn modelId="{41270280-0706-46AA-B0A3-F3DB691FFC65}" srcId="{DA4142B5-4534-4EFB-9D55-5656B66E1B0D}" destId="{16987D5A-6455-4A29-95C8-FFD0B0F09BE4}" srcOrd="4" destOrd="0" parTransId="{B43C0052-7CC1-4C46-8E32-24F7D8068680}" sibTransId="{F32929B9-5E4E-4B30-8758-A13F3C2E0D1C}"/>
    <dgm:cxn modelId="{F0C39293-60BF-4E46-85F1-4D0312E8D18B}" type="presOf" srcId="{D20154C6-A4D2-4C36-9A58-B19D366D105E}" destId="{395B8870-EF4A-4379-9899-3710F1E336D0}" srcOrd="0" destOrd="0" presId="urn:microsoft.com/office/officeart/2005/8/layout/default"/>
    <dgm:cxn modelId="{623C9E96-8946-4BAE-8340-D7B6A292A320}" srcId="{DA4142B5-4534-4EFB-9D55-5656B66E1B0D}" destId="{F229FB88-54D5-4FE5-A923-6B67C6CB1482}" srcOrd="6" destOrd="0" parTransId="{8052D336-CEF7-4906-820C-B95C2A24611D}" sibTransId="{180A0034-974A-4CD5-B4E0-51410978074A}"/>
    <dgm:cxn modelId="{C9A0219A-1D48-4CB9-BD56-764600089B56}" type="presOf" srcId="{89B9C25B-D547-401F-8DFB-AF40CB382402}" destId="{7B9E608B-73C9-48B7-8922-E0AC1C462922}" srcOrd="0" destOrd="0" presId="urn:microsoft.com/office/officeart/2005/8/layout/default"/>
    <dgm:cxn modelId="{3B69AB9D-8FEC-4E0C-BA09-9E85D46B96F3}" srcId="{DA4142B5-4534-4EFB-9D55-5656B66E1B0D}" destId="{FD1D58A7-2E37-4718-B8B7-7F1DB7BBD94B}" srcOrd="7" destOrd="0" parTransId="{44585D50-302B-4461-80D8-74E295273E82}" sibTransId="{A65AD082-CCF6-4EE5-B325-1C1F3234A7AD}"/>
    <dgm:cxn modelId="{F8B52AB2-F49A-4E1C-9305-E6D867429AFF}" type="presOf" srcId="{16987D5A-6455-4A29-95C8-FFD0B0F09BE4}" destId="{E1F1038A-7EE3-4A6E-BBD4-D7CD1DF327C4}" srcOrd="0" destOrd="0" presId="urn:microsoft.com/office/officeart/2005/8/layout/default"/>
    <dgm:cxn modelId="{439F9DE0-18A3-4AC2-987C-4750EF5A12F4}" srcId="{DA4142B5-4534-4EFB-9D55-5656B66E1B0D}" destId="{73B1401F-A858-4666-ACA9-C41F01A01D46}" srcOrd="0" destOrd="0" parTransId="{412D6A96-EB56-4E6E-9D56-F2AF4A6E5986}" sibTransId="{31FDBD96-360B-43ED-954A-A03DBA46B111}"/>
    <dgm:cxn modelId="{14E4DBE5-4776-42CB-B38F-8E99E0FA8AE5}" type="presOf" srcId="{89D1ED24-29DE-4FEF-8DEB-01131F9551AF}" destId="{D9973234-9937-4C99-A3C6-B0234746FD98}" srcOrd="0" destOrd="0" presId="urn:microsoft.com/office/officeart/2005/8/layout/default"/>
    <dgm:cxn modelId="{9B7C37F3-F9F6-4288-9EE1-3212C75EB50E}" type="presOf" srcId="{A60F2B0B-6CA2-4880-84F9-30DBD10B1755}" destId="{A40E596C-96B3-40D9-ACF0-5D6C7A498311}" srcOrd="0" destOrd="0" presId="urn:microsoft.com/office/officeart/2005/8/layout/default"/>
    <dgm:cxn modelId="{B369E1F8-4173-4352-83AA-8ABE440E5076}" srcId="{DA4142B5-4534-4EFB-9D55-5656B66E1B0D}" destId="{D20154C6-A4D2-4C36-9A58-B19D366D105E}" srcOrd="5" destOrd="0" parTransId="{368A90CB-24AF-43EB-9372-9E0A50D45507}" sibTransId="{D1A98CF0-9A1C-420A-A57D-CAEB40024E12}"/>
    <dgm:cxn modelId="{35D0FFA0-1D1F-4052-A4D2-24855F88DAC9}" type="presParOf" srcId="{D760A781-4D88-431D-91E3-AF817DCB922F}" destId="{2CC31F78-16CE-4D90-882C-D1DA42C9073F}" srcOrd="0" destOrd="0" presId="urn:microsoft.com/office/officeart/2005/8/layout/default"/>
    <dgm:cxn modelId="{FEC542EF-74EA-48A7-BCA4-13F251BDECD2}" type="presParOf" srcId="{D760A781-4D88-431D-91E3-AF817DCB922F}" destId="{F6EE2048-F07E-41D5-9276-F3BD81CD4F1E}" srcOrd="1" destOrd="0" presId="urn:microsoft.com/office/officeart/2005/8/layout/default"/>
    <dgm:cxn modelId="{81CC9491-3D18-44A5-886D-DBEA19E9418C}" type="presParOf" srcId="{D760A781-4D88-431D-91E3-AF817DCB922F}" destId="{A40E596C-96B3-40D9-ACF0-5D6C7A498311}" srcOrd="2" destOrd="0" presId="urn:microsoft.com/office/officeart/2005/8/layout/default"/>
    <dgm:cxn modelId="{439F1B51-3605-4916-BB81-7D36CD519E2F}" type="presParOf" srcId="{D760A781-4D88-431D-91E3-AF817DCB922F}" destId="{7CA28FEE-BC37-4273-A192-98AE3E906229}" srcOrd="3" destOrd="0" presId="urn:microsoft.com/office/officeart/2005/8/layout/default"/>
    <dgm:cxn modelId="{BECCCC86-BEB3-48D3-8207-BFA0001DBF56}" type="presParOf" srcId="{D760A781-4D88-431D-91E3-AF817DCB922F}" destId="{7B9E608B-73C9-48B7-8922-E0AC1C462922}" srcOrd="4" destOrd="0" presId="urn:microsoft.com/office/officeart/2005/8/layout/default"/>
    <dgm:cxn modelId="{E357288C-F05C-4C65-9866-DE88778DF062}" type="presParOf" srcId="{D760A781-4D88-431D-91E3-AF817DCB922F}" destId="{0C51D50F-CA27-4240-B8F8-C86288DE0AE9}" srcOrd="5" destOrd="0" presId="urn:microsoft.com/office/officeart/2005/8/layout/default"/>
    <dgm:cxn modelId="{5ACADF73-18A6-464F-A4BA-BB85B0BD8245}" type="presParOf" srcId="{D760A781-4D88-431D-91E3-AF817DCB922F}" destId="{D9973234-9937-4C99-A3C6-B0234746FD98}" srcOrd="6" destOrd="0" presId="urn:microsoft.com/office/officeart/2005/8/layout/default"/>
    <dgm:cxn modelId="{2A8A239A-502B-484D-9CE1-868D6FAF967A}" type="presParOf" srcId="{D760A781-4D88-431D-91E3-AF817DCB922F}" destId="{319B7C6D-DC6C-4E71-9579-C7D7A8BFB884}" srcOrd="7" destOrd="0" presId="urn:microsoft.com/office/officeart/2005/8/layout/default"/>
    <dgm:cxn modelId="{4B57F476-618F-4975-849E-11BEBE4D6115}" type="presParOf" srcId="{D760A781-4D88-431D-91E3-AF817DCB922F}" destId="{E1F1038A-7EE3-4A6E-BBD4-D7CD1DF327C4}" srcOrd="8" destOrd="0" presId="urn:microsoft.com/office/officeart/2005/8/layout/default"/>
    <dgm:cxn modelId="{CD16B22D-4FB1-47BB-86D4-CDAF2CF59D03}" type="presParOf" srcId="{D760A781-4D88-431D-91E3-AF817DCB922F}" destId="{18234991-936F-4AAF-8BB0-4BD4A1D0BE4E}" srcOrd="9" destOrd="0" presId="urn:microsoft.com/office/officeart/2005/8/layout/default"/>
    <dgm:cxn modelId="{C964097A-5AEC-491D-B47C-8A0BD85A75D2}" type="presParOf" srcId="{D760A781-4D88-431D-91E3-AF817DCB922F}" destId="{395B8870-EF4A-4379-9899-3710F1E336D0}" srcOrd="10" destOrd="0" presId="urn:microsoft.com/office/officeart/2005/8/layout/default"/>
    <dgm:cxn modelId="{A2225635-241C-47CC-B5DB-1C8ABE27EB6F}" type="presParOf" srcId="{D760A781-4D88-431D-91E3-AF817DCB922F}" destId="{31F5A53D-09F2-47A9-A3DB-5471D083B6F9}" srcOrd="11" destOrd="0" presId="urn:microsoft.com/office/officeart/2005/8/layout/default"/>
    <dgm:cxn modelId="{D60D265F-0CF0-4C1A-BF1B-1AFAECED4970}" type="presParOf" srcId="{D760A781-4D88-431D-91E3-AF817DCB922F}" destId="{C6ED787B-F98C-43CF-9312-0EEEE8E00F57}" srcOrd="12" destOrd="0" presId="urn:microsoft.com/office/officeart/2005/8/layout/default"/>
    <dgm:cxn modelId="{0F34CD93-2F6C-449B-8C71-1B7B0394AE0B}" type="presParOf" srcId="{D760A781-4D88-431D-91E3-AF817DCB922F}" destId="{7446A669-D25B-4539-A3EC-047FA1198179}" srcOrd="13" destOrd="0" presId="urn:microsoft.com/office/officeart/2005/8/layout/default"/>
    <dgm:cxn modelId="{C045B67B-A11D-4779-A53A-F3A78F32A4D4}" type="presParOf" srcId="{D760A781-4D88-431D-91E3-AF817DCB922F}" destId="{317A95CF-BB59-4770-9856-9741BC893BC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8C3F7B-95C3-4A90-9DE8-D5391F5C712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5AC076-648E-4A38-8C7E-A3D47C8F2B88}">
      <dgm:prSet phldr="0"/>
      <dgm:spPr/>
      <dgm:t>
        <a:bodyPr/>
        <a:lstStyle/>
        <a:p>
          <a:pPr algn="l" rtl="0"/>
          <a:r>
            <a:rPr lang="en-US" dirty="0">
              <a:solidFill>
                <a:schemeClr val="bg1"/>
              </a:solidFill>
            </a:rPr>
            <a:t>Large Language Models are notorious for providing answers which appear to be real but are “hallucinations”, false, or inaccurate information.</a:t>
          </a:r>
          <a:r>
            <a:rPr lang="en-US" dirty="0">
              <a:solidFill>
                <a:schemeClr val="bg1"/>
              </a:solidFill>
              <a:latin typeface="The Serif Hand Black"/>
            </a:rPr>
            <a:t> </a:t>
          </a:r>
        </a:p>
      </dgm:t>
    </dgm:pt>
    <dgm:pt modelId="{57097BE3-0270-40C3-9E97-FA0BB02D65A5}" type="parTrans" cxnId="{C56C186E-AD9A-4B0A-A71B-CF6015019F0E}">
      <dgm:prSet/>
      <dgm:spPr/>
      <dgm:t>
        <a:bodyPr/>
        <a:lstStyle/>
        <a:p>
          <a:endParaRPr lang="en-US"/>
        </a:p>
      </dgm:t>
    </dgm:pt>
    <dgm:pt modelId="{08F366F9-72AE-4C45-9FD5-30761EACC53E}" type="sibTrans" cxnId="{C56C186E-AD9A-4B0A-A71B-CF6015019F0E}">
      <dgm:prSet/>
      <dgm:spPr/>
      <dgm:t>
        <a:bodyPr/>
        <a:lstStyle/>
        <a:p>
          <a:endParaRPr lang="en-US"/>
        </a:p>
      </dgm:t>
    </dgm:pt>
    <dgm:pt modelId="{D7FC3AAB-13DC-4B2A-9188-4660EE4E955A}">
      <dgm:prSet phldr="0"/>
      <dgm:spPr/>
      <dgm:t>
        <a:bodyPr/>
        <a:lstStyle/>
        <a:p>
          <a:pPr algn="l"/>
          <a:r>
            <a:rPr lang="en-US" dirty="0">
              <a:solidFill>
                <a:schemeClr val="bg1"/>
              </a:solidFill>
            </a:rPr>
            <a:t>Fake news is not new, but it’s easier than ever to create, post, and spread! </a:t>
          </a:r>
        </a:p>
      </dgm:t>
    </dgm:pt>
    <dgm:pt modelId="{696D07A9-0DD4-4843-A1DF-6FB0D06539F2}" type="parTrans" cxnId="{0C25AD97-E149-4965-ADB9-5F1F8259DF73}">
      <dgm:prSet/>
      <dgm:spPr/>
      <dgm:t>
        <a:bodyPr/>
        <a:lstStyle/>
        <a:p>
          <a:endParaRPr lang="en-US"/>
        </a:p>
      </dgm:t>
    </dgm:pt>
    <dgm:pt modelId="{45E2A634-BDB0-43AE-A781-E0A377E211B8}" type="sibTrans" cxnId="{0C25AD97-E149-4965-ADB9-5F1F8259DF73}">
      <dgm:prSet/>
      <dgm:spPr/>
      <dgm:t>
        <a:bodyPr/>
        <a:lstStyle/>
        <a:p>
          <a:endParaRPr lang="en-US"/>
        </a:p>
      </dgm:t>
    </dgm:pt>
    <dgm:pt modelId="{611A3B6B-682F-445E-8C1D-BEA2A1769820}">
      <dgm:prSet phldr="0"/>
      <dgm:spPr/>
      <dgm:t>
        <a:bodyPr/>
        <a:lstStyle/>
        <a:p>
          <a:pPr algn="l" rtl="0"/>
          <a:r>
            <a:rPr lang="en-US" dirty="0">
              <a:latin typeface="The Serif Hand Black"/>
            </a:rPr>
            <a:t>DON'T TRUST INFORMATION FROM A CHATBOT</a:t>
          </a:r>
        </a:p>
      </dgm:t>
    </dgm:pt>
    <dgm:pt modelId="{0672006C-CD6D-4256-9E00-E72639D61D5B}" type="parTrans" cxnId="{D6C50B6B-88C8-4DB8-A92E-625B77C2BAC1}">
      <dgm:prSet/>
      <dgm:spPr/>
      <dgm:t>
        <a:bodyPr/>
        <a:lstStyle/>
        <a:p>
          <a:endParaRPr lang="en-US"/>
        </a:p>
      </dgm:t>
    </dgm:pt>
    <dgm:pt modelId="{993C24B6-B1CA-429D-8D87-EBDB0F200B47}" type="sibTrans" cxnId="{D6C50B6B-88C8-4DB8-A92E-625B77C2BAC1}">
      <dgm:prSet/>
      <dgm:spPr/>
      <dgm:t>
        <a:bodyPr/>
        <a:lstStyle/>
        <a:p>
          <a:endParaRPr lang="en-US"/>
        </a:p>
      </dgm:t>
    </dgm:pt>
    <dgm:pt modelId="{E6871622-D8FD-49C1-AC20-FC271D5EF749}">
      <dgm:prSet phldr="0"/>
      <dgm:spPr/>
      <dgm:t>
        <a:bodyPr/>
        <a:lstStyle/>
        <a:p>
          <a:pPr algn="l" rtl="0"/>
          <a:r>
            <a:rPr lang="en-US" dirty="0">
              <a:latin typeface="The Serif Hand Black"/>
            </a:rPr>
            <a:t>DON'T TRUST INFORMATION FROM THE INTERNET</a:t>
          </a:r>
        </a:p>
      </dgm:t>
    </dgm:pt>
    <dgm:pt modelId="{EB298CAE-C4B2-4100-B0A2-A68FCEE465F0}" type="parTrans" cxnId="{CA5A065E-17F4-4644-A73C-ACD47C881CA6}">
      <dgm:prSet/>
      <dgm:spPr/>
      <dgm:t>
        <a:bodyPr/>
        <a:lstStyle/>
        <a:p>
          <a:endParaRPr lang="en-US"/>
        </a:p>
      </dgm:t>
    </dgm:pt>
    <dgm:pt modelId="{D4420A69-37E5-4CBC-BA05-3F8C31F61C60}" type="sibTrans" cxnId="{CA5A065E-17F4-4644-A73C-ACD47C881CA6}">
      <dgm:prSet/>
      <dgm:spPr/>
      <dgm:t>
        <a:bodyPr/>
        <a:lstStyle/>
        <a:p>
          <a:endParaRPr lang="en-US"/>
        </a:p>
      </dgm:t>
    </dgm:pt>
    <dgm:pt modelId="{17463E93-2742-4FFA-9B68-CD54C0A59653}" type="pres">
      <dgm:prSet presAssocID="{2E8C3F7B-95C3-4A90-9DE8-D5391F5C7120}" presName="diagram" presStyleCnt="0">
        <dgm:presLayoutVars>
          <dgm:dir/>
          <dgm:resizeHandles val="exact"/>
        </dgm:presLayoutVars>
      </dgm:prSet>
      <dgm:spPr/>
    </dgm:pt>
    <dgm:pt modelId="{2753089C-952C-4822-888D-58D925F49E02}" type="pres">
      <dgm:prSet presAssocID="{355AC076-648E-4A38-8C7E-A3D47C8F2B88}" presName="node" presStyleLbl="node1" presStyleIdx="0" presStyleCnt="4">
        <dgm:presLayoutVars>
          <dgm:bulletEnabled val="1"/>
        </dgm:presLayoutVars>
      </dgm:prSet>
      <dgm:spPr/>
    </dgm:pt>
    <dgm:pt modelId="{A6F79D93-C237-4FBF-92C0-C43DC4B5E672}" type="pres">
      <dgm:prSet presAssocID="{08F366F9-72AE-4C45-9FD5-30761EACC53E}" presName="sibTrans" presStyleCnt="0"/>
      <dgm:spPr/>
    </dgm:pt>
    <dgm:pt modelId="{77814997-2F38-4849-8CE1-69F6E1361F6E}" type="pres">
      <dgm:prSet presAssocID="{D7FC3AAB-13DC-4B2A-9188-4660EE4E955A}" presName="node" presStyleLbl="node1" presStyleIdx="1" presStyleCnt="4">
        <dgm:presLayoutVars>
          <dgm:bulletEnabled val="1"/>
        </dgm:presLayoutVars>
      </dgm:prSet>
      <dgm:spPr/>
    </dgm:pt>
    <dgm:pt modelId="{7D223745-F196-4FA4-B32A-D9C39B6BE045}" type="pres">
      <dgm:prSet presAssocID="{45E2A634-BDB0-43AE-A781-E0A377E211B8}" presName="sibTrans" presStyleCnt="0"/>
      <dgm:spPr/>
    </dgm:pt>
    <dgm:pt modelId="{A6916CF1-D8D1-47C4-B2FB-A444DD58B32C}" type="pres">
      <dgm:prSet presAssocID="{611A3B6B-682F-445E-8C1D-BEA2A1769820}" presName="node" presStyleLbl="node1" presStyleIdx="2" presStyleCnt="4">
        <dgm:presLayoutVars>
          <dgm:bulletEnabled val="1"/>
        </dgm:presLayoutVars>
      </dgm:prSet>
      <dgm:spPr/>
    </dgm:pt>
    <dgm:pt modelId="{196105E9-854C-4886-88F3-AD48E55C79D9}" type="pres">
      <dgm:prSet presAssocID="{993C24B6-B1CA-429D-8D87-EBDB0F200B47}" presName="sibTrans" presStyleCnt="0"/>
      <dgm:spPr/>
    </dgm:pt>
    <dgm:pt modelId="{3B63C87A-22E9-4EA5-A89E-F4F17DA2EA47}" type="pres">
      <dgm:prSet presAssocID="{E6871622-D8FD-49C1-AC20-FC271D5EF749}" presName="node" presStyleLbl="node1" presStyleIdx="3" presStyleCnt="4">
        <dgm:presLayoutVars>
          <dgm:bulletEnabled val="1"/>
        </dgm:presLayoutVars>
      </dgm:prSet>
      <dgm:spPr/>
    </dgm:pt>
  </dgm:ptLst>
  <dgm:cxnLst>
    <dgm:cxn modelId="{56960A0A-DE89-4332-87F9-9BF002B9F528}" type="presOf" srcId="{D7FC3AAB-13DC-4B2A-9188-4660EE4E955A}" destId="{77814997-2F38-4849-8CE1-69F6E1361F6E}" srcOrd="0" destOrd="0" presId="urn:microsoft.com/office/officeart/2005/8/layout/default"/>
    <dgm:cxn modelId="{CA5A065E-17F4-4644-A73C-ACD47C881CA6}" srcId="{2E8C3F7B-95C3-4A90-9DE8-D5391F5C7120}" destId="{E6871622-D8FD-49C1-AC20-FC271D5EF749}" srcOrd="3" destOrd="0" parTransId="{EB298CAE-C4B2-4100-B0A2-A68FCEE465F0}" sibTransId="{D4420A69-37E5-4CBC-BA05-3F8C31F61C60}"/>
    <dgm:cxn modelId="{19AE4A66-1FD2-424B-9B1B-B42BCEB0D983}" type="presOf" srcId="{E6871622-D8FD-49C1-AC20-FC271D5EF749}" destId="{3B63C87A-22E9-4EA5-A89E-F4F17DA2EA47}" srcOrd="0" destOrd="0" presId="urn:microsoft.com/office/officeart/2005/8/layout/default"/>
    <dgm:cxn modelId="{D6C50B6B-88C8-4DB8-A92E-625B77C2BAC1}" srcId="{2E8C3F7B-95C3-4A90-9DE8-D5391F5C7120}" destId="{611A3B6B-682F-445E-8C1D-BEA2A1769820}" srcOrd="2" destOrd="0" parTransId="{0672006C-CD6D-4256-9E00-E72639D61D5B}" sibTransId="{993C24B6-B1CA-429D-8D87-EBDB0F200B47}"/>
    <dgm:cxn modelId="{C56C186E-AD9A-4B0A-A71B-CF6015019F0E}" srcId="{2E8C3F7B-95C3-4A90-9DE8-D5391F5C7120}" destId="{355AC076-648E-4A38-8C7E-A3D47C8F2B88}" srcOrd="0" destOrd="0" parTransId="{57097BE3-0270-40C3-9E97-FA0BB02D65A5}" sibTransId="{08F366F9-72AE-4C45-9FD5-30761EACC53E}"/>
    <dgm:cxn modelId="{A34F9876-F572-45FF-9BD0-DD3B6E53361B}" type="presOf" srcId="{611A3B6B-682F-445E-8C1D-BEA2A1769820}" destId="{A6916CF1-D8D1-47C4-B2FB-A444DD58B32C}" srcOrd="0" destOrd="0" presId="urn:microsoft.com/office/officeart/2005/8/layout/default"/>
    <dgm:cxn modelId="{0C25AD97-E149-4965-ADB9-5F1F8259DF73}" srcId="{2E8C3F7B-95C3-4A90-9DE8-D5391F5C7120}" destId="{D7FC3AAB-13DC-4B2A-9188-4660EE4E955A}" srcOrd="1" destOrd="0" parTransId="{696D07A9-0DD4-4843-A1DF-6FB0D06539F2}" sibTransId="{45E2A634-BDB0-43AE-A781-E0A377E211B8}"/>
    <dgm:cxn modelId="{60D29BBD-A9CD-4662-A580-9C2D9BB574C9}" type="presOf" srcId="{355AC076-648E-4A38-8C7E-A3D47C8F2B88}" destId="{2753089C-952C-4822-888D-58D925F49E02}" srcOrd="0" destOrd="0" presId="urn:microsoft.com/office/officeart/2005/8/layout/default"/>
    <dgm:cxn modelId="{459C15FF-6327-4C0D-8629-5E2745A28721}" type="presOf" srcId="{2E8C3F7B-95C3-4A90-9DE8-D5391F5C7120}" destId="{17463E93-2742-4FFA-9B68-CD54C0A59653}" srcOrd="0" destOrd="0" presId="urn:microsoft.com/office/officeart/2005/8/layout/default"/>
    <dgm:cxn modelId="{6B6DA76A-A13E-4C83-8630-8D31FE4E35F7}" type="presParOf" srcId="{17463E93-2742-4FFA-9B68-CD54C0A59653}" destId="{2753089C-952C-4822-888D-58D925F49E02}" srcOrd="0" destOrd="0" presId="urn:microsoft.com/office/officeart/2005/8/layout/default"/>
    <dgm:cxn modelId="{A835502B-B4B3-4CDA-AB11-B9416AD8BFF7}" type="presParOf" srcId="{17463E93-2742-4FFA-9B68-CD54C0A59653}" destId="{A6F79D93-C237-4FBF-92C0-C43DC4B5E672}" srcOrd="1" destOrd="0" presId="urn:microsoft.com/office/officeart/2005/8/layout/default"/>
    <dgm:cxn modelId="{9ADE8282-262C-4AEF-A5BD-ADDFDD9CE15C}" type="presParOf" srcId="{17463E93-2742-4FFA-9B68-CD54C0A59653}" destId="{77814997-2F38-4849-8CE1-69F6E1361F6E}" srcOrd="2" destOrd="0" presId="urn:microsoft.com/office/officeart/2005/8/layout/default"/>
    <dgm:cxn modelId="{0E74DE13-72BC-4077-B61E-0D38002CE805}" type="presParOf" srcId="{17463E93-2742-4FFA-9B68-CD54C0A59653}" destId="{7D223745-F196-4FA4-B32A-D9C39B6BE045}" srcOrd="3" destOrd="0" presId="urn:microsoft.com/office/officeart/2005/8/layout/default"/>
    <dgm:cxn modelId="{3F11E318-1F24-42F4-B18C-98D1D1855E41}" type="presParOf" srcId="{17463E93-2742-4FFA-9B68-CD54C0A59653}" destId="{A6916CF1-D8D1-47C4-B2FB-A444DD58B32C}" srcOrd="4" destOrd="0" presId="urn:microsoft.com/office/officeart/2005/8/layout/default"/>
    <dgm:cxn modelId="{9057B93A-D9CD-477B-94B8-53587568DE1B}" type="presParOf" srcId="{17463E93-2742-4FFA-9B68-CD54C0A59653}" destId="{196105E9-854C-4886-88F3-AD48E55C79D9}" srcOrd="5" destOrd="0" presId="urn:microsoft.com/office/officeart/2005/8/layout/default"/>
    <dgm:cxn modelId="{FBE6A8CC-85C8-4CD6-B9BD-BDDC74B4455B}" type="presParOf" srcId="{17463E93-2742-4FFA-9B68-CD54C0A59653}" destId="{3B63C87A-22E9-4EA5-A89E-F4F17DA2EA4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AC56A5-C9CA-4AA4-A908-F822EA96272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45D7C8-39E9-4CBC-8319-14EA0613B69C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Currency:</a:t>
          </a:r>
          <a:r>
            <a:rPr lang="en-US" dirty="0">
              <a:solidFill>
                <a:schemeClr val="bg1"/>
              </a:solidFill>
            </a:rPr>
            <a:t> The timeliness of the information</a:t>
          </a:r>
        </a:p>
      </dgm:t>
    </dgm:pt>
    <dgm:pt modelId="{180DD5F5-5047-4BA0-B10B-39E859751224}" type="parTrans" cxnId="{E6E9FF28-7255-48CD-8F75-8799779EFC85}">
      <dgm:prSet/>
      <dgm:spPr/>
      <dgm:t>
        <a:bodyPr/>
        <a:lstStyle/>
        <a:p>
          <a:endParaRPr lang="en-US"/>
        </a:p>
      </dgm:t>
    </dgm:pt>
    <dgm:pt modelId="{CE8A83C8-4021-41F7-A49C-CF072A901148}" type="sibTrans" cxnId="{E6E9FF28-7255-48CD-8F75-8799779EFC85}">
      <dgm:prSet/>
      <dgm:spPr/>
      <dgm:t>
        <a:bodyPr/>
        <a:lstStyle/>
        <a:p>
          <a:endParaRPr lang="en-US"/>
        </a:p>
      </dgm:t>
    </dgm:pt>
    <dgm:pt modelId="{34C7D333-5B41-4B16-B055-27E3C3AB29BD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Relevance</a:t>
          </a:r>
          <a:r>
            <a:rPr lang="en-US" dirty="0">
              <a:solidFill>
                <a:schemeClr val="bg1"/>
              </a:solidFill>
            </a:rPr>
            <a:t>: The importance of the information to you</a:t>
          </a:r>
        </a:p>
      </dgm:t>
    </dgm:pt>
    <dgm:pt modelId="{879370D5-2696-49CC-A629-E287FFA3F921}" type="parTrans" cxnId="{4A644538-CEF6-4A2D-B91E-7672500CCAD7}">
      <dgm:prSet/>
      <dgm:spPr/>
      <dgm:t>
        <a:bodyPr/>
        <a:lstStyle/>
        <a:p>
          <a:endParaRPr lang="en-US"/>
        </a:p>
      </dgm:t>
    </dgm:pt>
    <dgm:pt modelId="{FCBD981B-BFD5-48D5-A7DA-7A33E96C376A}" type="sibTrans" cxnId="{4A644538-CEF6-4A2D-B91E-7672500CCAD7}">
      <dgm:prSet/>
      <dgm:spPr/>
      <dgm:t>
        <a:bodyPr/>
        <a:lstStyle/>
        <a:p>
          <a:endParaRPr lang="en-US"/>
        </a:p>
      </dgm:t>
    </dgm:pt>
    <dgm:pt modelId="{AB875B99-1809-4E98-BFB6-0239AD5E8118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Authority: </a:t>
          </a:r>
          <a:r>
            <a:rPr lang="en-US" dirty="0">
              <a:solidFill>
                <a:schemeClr val="bg1"/>
              </a:solidFill>
            </a:rPr>
            <a:t>The source of the information</a:t>
          </a:r>
        </a:p>
      </dgm:t>
    </dgm:pt>
    <dgm:pt modelId="{F96889BF-B04D-4600-B0D8-9F445C29478B}" type="parTrans" cxnId="{F490E5DC-5F5E-43B4-8394-B89E9EE7261F}">
      <dgm:prSet/>
      <dgm:spPr/>
      <dgm:t>
        <a:bodyPr/>
        <a:lstStyle/>
        <a:p>
          <a:endParaRPr lang="en-US"/>
        </a:p>
      </dgm:t>
    </dgm:pt>
    <dgm:pt modelId="{292459A5-06DD-462E-82F7-577E266DDB96}" type="sibTrans" cxnId="{F490E5DC-5F5E-43B4-8394-B89E9EE7261F}">
      <dgm:prSet/>
      <dgm:spPr/>
      <dgm:t>
        <a:bodyPr/>
        <a:lstStyle/>
        <a:p>
          <a:endParaRPr lang="en-US"/>
        </a:p>
      </dgm:t>
    </dgm:pt>
    <dgm:pt modelId="{0D18A166-F28E-4EF0-A50D-EA16FD1B4279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Accuracy: </a:t>
          </a:r>
          <a:r>
            <a:rPr lang="en-US" dirty="0">
              <a:solidFill>
                <a:schemeClr val="bg1"/>
              </a:solidFill>
            </a:rPr>
            <a:t>The reliability, truthfulness and correctness of the content</a:t>
          </a:r>
        </a:p>
      </dgm:t>
    </dgm:pt>
    <dgm:pt modelId="{BFE83450-9839-4EF6-90B1-34C95CAC75D7}" type="parTrans" cxnId="{B980014E-3FA5-4F79-B847-4B432C5452D8}">
      <dgm:prSet/>
      <dgm:spPr/>
      <dgm:t>
        <a:bodyPr/>
        <a:lstStyle/>
        <a:p>
          <a:endParaRPr lang="en-US"/>
        </a:p>
      </dgm:t>
    </dgm:pt>
    <dgm:pt modelId="{F1D55EED-7ACD-48E7-BDEB-EF28A64C4515}" type="sibTrans" cxnId="{B980014E-3FA5-4F79-B847-4B432C5452D8}">
      <dgm:prSet/>
      <dgm:spPr/>
      <dgm:t>
        <a:bodyPr/>
        <a:lstStyle/>
        <a:p>
          <a:endParaRPr lang="en-US"/>
        </a:p>
      </dgm:t>
    </dgm:pt>
    <dgm:pt modelId="{786AC344-4A33-482C-8F1C-7839EAB6F9FD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Purpose:</a:t>
          </a:r>
          <a:r>
            <a:rPr lang="en-US" dirty="0">
              <a:solidFill>
                <a:schemeClr val="bg1"/>
              </a:solidFill>
            </a:rPr>
            <a:t> The reason the information exists</a:t>
          </a:r>
        </a:p>
      </dgm:t>
    </dgm:pt>
    <dgm:pt modelId="{B7422C02-43AD-4336-B7FD-2BA8BDDAA4E4}" type="parTrans" cxnId="{E9EAEB65-37A2-4C23-B6BA-5223644E86E2}">
      <dgm:prSet/>
      <dgm:spPr/>
      <dgm:t>
        <a:bodyPr/>
        <a:lstStyle/>
        <a:p>
          <a:endParaRPr lang="en-US"/>
        </a:p>
      </dgm:t>
    </dgm:pt>
    <dgm:pt modelId="{7F0A0D5D-4625-4198-B968-91257488FB00}" type="sibTrans" cxnId="{E9EAEB65-37A2-4C23-B6BA-5223644E86E2}">
      <dgm:prSet/>
      <dgm:spPr/>
      <dgm:t>
        <a:bodyPr/>
        <a:lstStyle/>
        <a:p>
          <a:endParaRPr lang="en-US"/>
        </a:p>
      </dgm:t>
    </dgm:pt>
    <dgm:pt modelId="{BF9B9033-81E1-4AF4-95E0-F2AD83068D32}" type="pres">
      <dgm:prSet presAssocID="{58AC56A5-C9CA-4AA4-A908-F822EA962720}" presName="diagram" presStyleCnt="0">
        <dgm:presLayoutVars>
          <dgm:dir/>
          <dgm:resizeHandles val="exact"/>
        </dgm:presLayoutVars>
      </dgm:prSet>
      <dgm:spPr/>
    </dgm:pt>
    <dgm:pt modelId="{79FB9B79-EFD9-4E3D-8287-2EDD381CE4AF}" type="pres">
      <dgm:prSet presAssocID="{FF45D7C8-39E9-4CBC-8319-14EA0613B69C}" presName="node" presStyleLbl="node1" presStyleIdx="0" presStyleCnt="5" custLinFactNeighborX="1413" custLinFactNeighborY="-2247">
        <dgm:presLayoutVars>
          <dgm:bulletEnabled val="1"/>
        </dgm:presLayoutVars>
      </dgm:prSet>
      <dgm:spPr/>
    </dgm:pt>
    <dgm:pt modelId="{3C8C524E-8950-48E3-9059-F3C7EC4A7BFE}" type="pres">
      <dgm:prSet presAssocID="{CE8A83C8-4021-41F7-A49C-CF072A901148}" presName="sibTrans" presStyleLbl="sibTrans2D1" presStyleIdx="0" presStyleCnt="4"/>
      <dgm:spPr/>
    </dgm:pt>
    <dgm:pt modelId="{07BDADF4-D7C3-4B3A-AD00-1FBD8B8B5438}" type="pres">
      <dgm:prSet presAssocID="{CE8A83C8-4021-41F7-A49C-CF072A901148}" presName="connectorText" presStyleLbl="sibTrans2D1" presStyleIdx="0" presStyleCnt="4"/>
      <dgm:spPr/>
    </dgm:pt>
    <dgm:pt modelId="{37074D70-E6F7-4C60-BB64-773A8062B3C6}" type="pres">
      <dgm:prSet presAssocID="{34C7D333-5B41-4B16-B055-27E3C3AB29BD}" presName="node" presStyleLbl="node1" presStyleIdx="1" presStyleCnt="5">
        <dgm:presLayoutVars>
          <dgm:bulletEnabled val="1"/>
        </dgm:presLayoutVars>
      </dgm:prSet>
      <dgm:spPr/>
    </dgm:pt>
    <dgm:pt modelId="{1A56D09F-A5AD-4903-B50A-12CBC3EB2A07}" type="pres">
      <dgm:prSet presAssocID="{FCBD981B-BFD5-48D5-A7DA-7A33E96C376A}" presName="sibTrans" presStyleLbl="sibTrans2D1" presStyleIdx="1" presStyleCnt="4"/>
      <dgm:spPr/>
    </dgm:pt>
    <dgm:pt modelId="{2BE04A8F-7198-446C-B54C-5681D34F1C78}" type="pres">
      <dgm:prSet presAssocID="{FCBD981B-BFD5-48D5-A7DA-7A33E96C376A}" presName="connectorText" presStyleLbl="sibTrans2D1" presStyleIdx="1" presStyleCnt="4"/>
      <dgm:spPr/>
    </dgm:pt>
    <dgm:pt modelId="{8AADC2CA-6459-435A-9D8D-D285BA63522A}" type="pres">
      <dgm:prSet presAssocID="{AB875B99-1809-4E98-BFB6-0239AD5E8118}" presName="node" presStyleLbl="node1" presStyleIdx="2" presStyleCnt="5">
        <dgm:presLayoutVars>
          <dgm:bulletEnabled val="1"/>
        </dgm:presLayoutVars>
      </dgm:prSet>
      <dgm:spPr/>
    </dgm:pt>
    <dgm:pt modelId="{F624C6D7-9739-47FF-9CEC-15859D84125E}" type="pres">
      <dgm:prSet presAssocID="{292459A5-06DD-462E-82F7-577E266DDB96}" presName="sibTrans" presStyleLbl="sibTrans2D1" presStyleIdx="2" presStyleCnt="4"/>
      <dgm:spPr/>
    </dgm:pt>
    <dgm:pt modelId="{829AA6C3-123E-484D-8B6E-16F73753B031}" type="pres">
      <dgm:prSet presAssocID="{292459A5-06DD-462E-82F7-577E266DDB96}" presName="connectorText" presStyleLbl="sibTrans2D1" presStyleIdx="2" presStyleCnt="4"/>
      <dgm:spPr/>
    </dgm:pt>
    <dgm:pt modelId="{AB80F18D-40A8-4527-81AA-90A729C6077F}" type="pres">
      <dgm:prSet presAssocID="{0D18A166-F28E-4EF0-A50D-EA16FD1B4279}" presName="node" presStyleLbl="node1" presStyleIdx="3" presStyleCnt="5">
        <dgm:presLayoutVars>
          <dgm:bulletEnabled val="1"/>
        </dgm:presLayoutVars>
      </dgm:prSet>
      <dgm:spPr/>
    </dgm:pt>
    <dgm:pt modelId="{9BD183B6-6918-43AC-8D51-AE4BC6F53A8B}" type="pres">
      <dgm:prSet presAssocID="{F1D55EED-7ACD-48E7-BDEB-EF28A64C4515}" presName="sibTrans" presStyleLbl="sibTrans2D1" presStyleIdx="3" presStyleCnt="4"/>
      <dgm:spPr/>
    </dgm:pt>
    <dgm:pt modelId="{22CDCF88-22C9-49F2-B524-6721BF87E315}" type="pres">
      <dgm:prSet presAssocID="{F1D55EED-7ACD-48E7-BDEB-EF28A64C4515}" presName="connectorText" presStyleLbl="sibTrans2D1" presStyleIdx="3" presStyleCnt="4"/>
      <dgm:spPr/>
    </dgm:pt>
    <dgm:pt modelId="{E4FAC86E-9E7A-4BBB-9784-D9AD80A00C6D}" type="pres">
      <dgm:prSet presAssocID="{786AC344-4A33-482C-8F1C-7839EAB6F9FD}" presName="node" presStyleLbl="node1" presStyleIdx="4" presStyleCnt="5">
        <dgm:presLayoutVars>
          <dgm:bulletEnabled val="1"/>
        </dgm:presLayoutVars>
      </dgm:prSet>
      <dgm:spPr/>
    </dgm:pt>
  </dgm:ptLst>
  <dgm:cxnLst>
    <dgm:cxn modelId="{CF0D0102-56F1-4C09-AA12-05590428DAF3}" type="presOf" srcId="{786AC344-4A33-482C-8F1C-7839EAB6F9FD}" destId="{E4FAC86E-9E7A-4BBB-9784-D9AD80A00C6D}" srcOrd="0" destOrd="0" presId="urn:microsoft.com/office/officeart/2005/8/layout/process5"/>
    <dgm:cxn modelId="{12259A28-3063-4D34-9D46-E04BE4DCBEEC}" type="presOf" srcId="{F1D55EED-7ACD-48E7-BDEB-EF28A64C4515}" destId="{9BD183B6-6918-43AC-8D51-AE4BC6F53A8B}" srcOrd="0" destOrd="0" presId="urn:microsoft.com/office/officeart/2005/8/layout/process5"/>
    <dgm:cxn modelId="{E6E9FF28-7255-48CD-8F75-8799779EFC85}" srcId="{58AC56A5-C9CA-4AA4-A908-F822EA962720}" destId="{FF45D7C8-39E9-4CBC-8319-14EA0613B69C}" srcOrd="0" destOrd="0" parTransId="{180DD5F5-5047-4BA0-B10B-39E859751224}" sibTransId="{CE8A83C8-4021-41F7-A49C-CF072A901148}"/>
    <dgm:cxn modelId="{4A644538-CEF6-4A2D-B91E-7672500CCAD7}" srcId="{58AC56A5-C9CA-4AA4-A908-F822EA962720}" destId="{34C7D333-5B41-4B16-B055-27E3C3AB29BD}" srcOrd="1" destOrd="0" parTransId="{879370D5-2696-49CC-A629-E287FFA3F921}" sibTransId="{FCBD981B-BFD5-48D5-A7DA-7A33E96C376A}"/>
    <dgm:cxn modelId="{85FEC43B-B448-477A-A44B-8DF16D50594B}" type="presOf" srcId="{FCBD981B-BFD5-48D5-A7DA-7A33E96C376A}" destId="{2BE04A8F-7198-446C-B54C-5681D34F1C78}" srcOrd="1" destOrd="0" presId="urn:microsoft.com/office/officeart/2005/8/layout/process5"/>
    <dgm:cxn modelId="{E9EAEB65-37A2-4C23-B6BA-5223644E86E2}" srcId="{58AC56A5-C9CA-4AA4-A908-F822EA962720}" destId="{786AC344-4A33-482C-8F1C-7839EAB6F9FD}" srcOrd="4" destOrd="0" parTransId="{B7422C02-43AD-4336-B7FD-2BA8BDDAA4E4}" sibTransId="{7F0A0D5D-4625-4198-B968-91257488FB00}"/>
    <dgm:cxn modelId="{D08B684D-A534-4F01-B674-5C2C1CBD2352}" type="presOf" srcId="{292459A5-06DD-462E-82F7-577E266DDB96}" destId="{829AA6C3-123E-484D-8B6E-16F73753B031}" srcOrd="1" destOrd="0" presId="urn:microsoft.com/office/officeart/2005/8/layout/process5"/>
    <dgm:cxn modelId="{B980014E-3FA5-4F79-B847-4B432C5452D8}" srcId="{58AC56A5-C9CA-4AA4-A908-F822EA962720}" destId="{0D18A166-F28E-4EF0-A50D-EA16FD1B4279}" srcOrd="3" destOrd="0" parTransId="{BFE83450-9839-4EF6-90B1-34C95CAC75D7}" sibTransId="{F1D55EED-7ACD-48E7-BDEB-EF28A64C4515}"/>
    <dgm:cxn modelId="{8AF83E73-0250-41B3-97B7-8210296FB1E5}" type="presOf" srcId="{34C7D333-5B41-4B16-B055-27E3C3AB29BD}" destId="{37074D70-E6F7-4C60-BB64-773A8062B3C6}" srcOrd="0" destOrd="0" presId="urn:microsoft.com/office/officeart/2005/8/layout/process5"/>
    <dgm:cxn modelId="{25D65574-005A-4D04-9357-7D02BA9C767E}" type="presOf" srcId="{FF45D7C8-39E9-4CBC-8319-14EA0613B69C}" destId="{79FB9B79-EFD9-4E3D-8287-2EDD381CE4AF}" srcOrd="0" destOrd="0" presId="urn:microsoft.com/office/officeart/2005/8/layout/process5"/>
    <dgm:cxn modelId="{5DF04877-F785-42DF-99D5-B34337E696BE}" type="presOf" srcId="{292459A5-06DD-462E-82F7-577E266DDB96}" destId="{F624C6D7-9739-47FF-9CEC-15859D84125E}" srcOrd="0" destOrd="0" presId="urn:microsoft.com/office/officeart/2005/8/layout/process5"/>
    <dgm:cxn modelId="{F5972A89-1CE5-4F26-BCB7-88F02EA08D03}" type="presOf" srcId="{CE8A83C8-4021-41F7-A49C-CF072A901148}" destId="{07BDADF4-D7C3-4B3A-AD00-1FBD8B8B5438}" srcOrd="1" destOrd="0" presId="urn:microsoft.com/office/officeart/2005/8/layout/process5"/>
    <dgm:cxn modelId="{A99DF8A0-546E-4ACB-9627-729295B55DE3}" type="presOf" srcId="{58AC56A5-C9CA-4AA4-A908-F822EA962720}" destId="{BF9B9033-81E1-4AF4-95E0-F2AD83068D32}" srcOrd="0" destOrd="0" presId="urn:microsoft.com/office/officeart/2005/8/layout/process5"/>
    <dgm:cxn modelId="{2FED8AB2-A815-43B9-A643-51FAE8051D42}" type="presOf" srcId="{AB875B99-1809-4E98-BFB6-0239AD5E8118}" destId="{8AADC2CA-6459-435A-9D8D-D285BA63522A}" srcOrd="0" destOrd="0" presId="urn:microsoft.com/office/officeart/2005/8/layout/process5"/>
    <dgm:cxn modelId="{547662D1-9BBD-4516-86FB-999F490D4FCA}" type="presOf" srcId="{CE8A83C8-4021-41F7-A49C-CF072A901148}" destId="{3C8C524E-8950-48E3-9059-F3C7EC4A7BFE}" srcOrd="0" destOrd="0" presId="urn:microsoft.com/office/officeart/2005/8/layout/process5"/>
    <dgm:cxn modelId="{F490E5DC-5F5E-43B4-8394-B89E9EE7261F}" srcId="{58AC56A5-C9CA-4AA4-A908-F822EA962720}" destId="{AB875B99-1809-4E98-BFB6-0239AD5E8118}" srcOrd="2" destOrd="0" parTransId="{F96889BF-B04D-4600-B0D8-9F445C29478B}" sibTransId="{292459A5-06DD-462E-82F7-577E266DDB96}"/>
    <dgm:cxn modelId="{7D6226F7-D012-4112-AA7D-99FFF2B44021}" type="presOf" srcId="{F1D55EED-7ACD-48E7-BDEB-EF28A64C4515}" destId="{22CDCF88-22C9-49F2-B524-6721BF87E315}" srcOrd="1" destOrd="0" presId="urn:microsoft.com/office/officeart/2005/8/layout/process5"/>
    <dgm:cxn modelId="{392C20FC-1FF1-4B08-B675-5320F04BFA6E}" type="presOf" srcId="{0D18A166-F28E-4EF0-A50D-EA16FD1B4279}" destId="{AB80F18D-40A8-4527-81AA-90A729C6077F}" srcOrd="0" destOrd="0" presId="urn:microsoft.com/office/officeart/2005/8/layout/process5"/>
    <dgm:cxn modelId="{CAF23FFE-3B3A-4852-AA3E-D1F109E2D0A9}" type="presOf" srcId="{FCBD981B-BFD5-48D5-A7DA-7A33E96C376A}" destId="{1A56D09F-A5AD-4903-B50A-12CBC3EB2A07}" srcOrd="0" destOrd="0" presId="urn:microsoft.com/office/officeart/2005/8/layout/process5"/>
    <dgm:cxn modelId="{290E8B1E-179F-4CB0-ACCC-E8826062BC62}" type="presParOf" srcId="{BF9B9033-81E1-4AF4-95E0-F2AD83068D32}" destId="{79FB9B79-EFD9-4E3D-8287-2EDD381CE4AF}" srcOrd="0" destOrd="0" presId="urn:microsoft.com/office/officeart/2005/8/layout/process5"/>
    <dgm:cxn modelId="{5F82125D-285E-458C-BD3D-EAE1906E3999}" type="presParOf" srcId="{BF9B9033-81E1-4AF4-95E0-F2AD83068D32}" destId="{3C8C524E-8950-48E3-9059-F3C7EC4A7BFE}" srcOrd="1" destOrd="0" presId="urn:microsoft.com/office/officeart/2005/8/layout/process5"/>
    <dgm:cxn modelId="{449EE26E-9AA2-4F88-8AE2-FF2B6ADC88D3}" type="presParOf" srcId="{3C8C524E-8950-48E3-9059-F3C7EC4A7BFE}" destId="{07BDADF4-D7C3-4B3A-AD00-1FBD8B8B5438}" srcOrd="0" destOrd="0" presId="urn:microsoft.com/office/officeart/2005/8/layout/process5"/>
    <dgm:cxn modelId="{3F960823-A0B8-4A2E-926F-7435632E8F60}" type="presParOf" srcId="{BF9B9033-81E1-4AF4-95E0-F2AD83068D32}" destId="{37074D70-E6F7-4C60-BB64-773A8062B3C6}" srcOrd="2" destOrd="0" presId="urn:microsoft.com/office/officeart/2005/8/layout/process5"/>
    <dgm:cxn modelId="{D8E9762B-DFD8-4B29-9988-373EB35E5C87}" type="presParOf" srcId="{BF9B9033-81E1-4AF4-95E0-F2AD83068D32}" destId="{1A56D09F-A5AD-4903-B50A-12CBC3EB2A07}" srcOrd="3" destOrd="0" presId="urn:microsoft.com/office/officeart/2005/8/layout/process5"/>
    <dgm:cxn modelId="{5154C5A3-0708-4466-82BD-9AD05F2147A3}" type="presParOf" srcId="{1A56D09F-A5AD-4903-B50A-12CBC3EB2A07}" destId="{2BE04A8F-7198-446C-B54C-5681D34F1C78}" srcOrd="0" destOrd="0" presId="urn:microsoft.com/office/officeart/2005/8/layout/process5"/>
    <dgm:cxn modelId="{97CB8108-52AB-4402-B106-A76E60E66EAF}" type="presParOf" srcId="{BF9B9033-81E1-4AF4-95E0-F2AD83068D32}" destId="{8AADC2CA-6459-435A-9D8D-D285BA63522A}" srcOrd="4" destOrd="0" presId="urn:microsoft.com/office/officeart/2005/8/layout/process5"/>
    <dgm:cxn modelId="{A194633A-AA84-41DA-83CC-277ED39F3836}" type="presParOf" srcId="{BF9B9033-81E1-4AF4-95E0-F2AD83068D32}" destId="{F624C6D7-9739-47FF-9CEC-15859D84125E}" srcOrd="5" destOrd="0" presId="urn:microsoft.com/office/officeart/2005/8/layout/process5"/>
    <dgm:cxn modelId="{28889936-B1E6-45B0-B738-6E24A4F2107F}" type="presParOf" srcId="{F624C6D7-9739-47FF-9CEC-15859D84125E}" destId="{829AA6C3-123E-484D-8B6E-16F73753B031}" srcOrd="0" destOrd="0" presId="urn:microsoft.com/office/officeart/2005/8/layout/process5"/>
    <dgm:cxn modelId="{EF68DDBD-0EFE-4202-A9AF-F2B262777C72}" type="presParOf" srcId="{BF9B9033-81E1-4AF4-95E0-F2AD83068D32}" destId="{AB80F18D-40A8-4527-81AA-90A729C6077F}" srcOrd="6" destOrd="0" presId="urn:microsoft.com/office/officeart/2005/8/layout/process5"/>
    <dgm:cxn modelId="{0EBB2D81-755B-46B4-8DC2-B840A216C9F9}" type="presParOf" srcId="{BF9B9033-81E1-4AF4-95E0-F2AD83068D32}" destId="{9BD183B6-6918-43AC-8D51-AE4BC6F53A8B}" srcOrd="7" destOrd="0" presId="urn:microsoft.com/office/officeart/2005/8/layout/process5"/>
    <dgm:cxn modelId="{66B7BBDC-67F6-40D7-8C8E-4868CFFFE07B}" type="presParOf" srcId="{9BD183B6-6918-43AC-8D51-AE4BC6F53A8B}" destId="{22CDCF88-22C9-49F2-B524-6721BF87E315}" srcOrd="0" destOrd="0" presId="urn:microsoft.com/office/officeart/2005/8/layout/process5"/>
    <dgm:cxn modelId="{76E8AF5C-4B90-4EED-81B2-BB49FDA2DFB9}" type="presParOf" srcId="{BF9B9033-81E1-4AF4-95E0-F2AD83068D32}" destId="{E4FAC86E-9E7A-4BBB-9784-D9AD80A00C6D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ACD5A7-4579-44DA-AF4B-F878ABBBE55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AACFE5-6CF6-447F-9AF9-343CBF0EE68C}">
      <dgm:prSet/>
      <dgm:spPr/>
      <dgm:t>
        <a:bodyPr/>
        <a:lstStyle/>
        <a:p>
          <a:pPr rtl="0"/>
          <a:r>
            <a:rPr lang="en-US" dirty="0"/>
            <a:t>AI privacy is important to ensure that AI systems are not used to manipulate individuals or discriminate against them based on their personal data.</a:t>
          </a:r>
          <a:r>
            <a:rPr lang="en-US" dirty="0">
              <a:latin typeface="The Serif Hand Black"/>
            </a:rPr>
            <a:t> </a:t>
          </a:r>
          <a:endParaRPr lang="en-US" dirty="0"/>
        </a:p>
      </dgm:t>
    </dgm:pt>
    <dgm:pt modelId="{2EDDE9F3-1AA4-4B73-947A-0F04C813126E}" type="parTrans" cxnId="{304E6BCA-0BF9-42B3-A641-1BA9AD437865}">
      <dgm:prSet/>
      <dgm:spPr/>
      <dgm:t>
        <a:bodyPr/>
        <a:lstStyle/>
        <a:p>
          <a:endParaRPr lang="en-US"/>
        </a:p>
      </dgm:t>
    </dgm:pt>
    <dgm:pt modelId="{78CCAE3A-7486-40F6-89AE-7DD2EA6574A5}" type="sibTrans" cxnId="{304E6BCA-0BF9-42B3-A641-1BA9AD437865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E067D6A8-D643-4013-8F6C-43ABB2E5AAD0}">
      <dgm:prSet/>
      <dgm:spPr/>
      <dgm:t>
        <a:bodyPr/>
        <a:lstStyle/>
        <a:p>
          <a:r>
            <a:rPr lang="en-US"/>
            <a:t>Data collection, privacy, and misuse are an existing challenge with many states and regulation addressing how data can be collected and used.</a:t>
          </a:r>
        </a:p>
      </dgm:t>
    </dgm:pt>
    <dgm:pt modelId="{5B88C48D-9881-439E-BDBD-6796A0BA67C5}" type="parTrans" cxnId="{611AC58F-51F4-4B77-A3E6-19C78AA0BF8D}">
      <dgm:prSet/>
      <dgm:spPr/>
      <dgm:t>
        <a:bodyPr/>
        <a:lstStyle/>
        <a:p>
          <a:endParaRPr lang="en-US"/>
        </a:p>
      </dgm:t>
    </dgm:pt>
    <dgm:pt modelId="{F75B4D21-91EE-4A18-B0F7-0121945376DD}" type="sibTrans" cxnId="{611AC58F-51F4-4B77-A3E6-19C78AA0BF8D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133F5F81-7485-4A29-A2AD-84A79E98DBE8}">
      <dgm:prSet/>
      <dgm:spPr/>
      <dgm:t>
        <a:bodyPr/>
        <a:lstStyle/>
        <a:p>
          <a:pPr rtl="0"/>
          <a:r>
            <a:rPr lang="en-US"/>
            <a:t>Now is a great time to think about what you are sharing and where!</a:t>
          </a:r>
          <a:r>
            <a:rPr lang="en-US">
              <a:latin typeface="The Serif Hand Black"/>
            </a:rPr>
            <a:t> </a:t>
          </a:r>
          <a:endParaRPr lang="en-US"/>
        </a:p>
      </dgm:t>
    </dgm:pt>
    <dgm:pt modelId="{35E488AA-5D2C-4ECB-8F14-3DC0D6DBE3D5}" type="parTrans" cxnId="{F3CD2B92-B5D2-47CD-A543-AC6A1107898F}">
      <dgm:prSet/>
      <dgm:spPr/>
      <dgm:t>
        <a:bodyPr/>
        <a:lstStyle/>
        <a:p>
          <a:endParaRPr lang="en-US"/>
        </a:p>
      </dgm:t>
    </dgm:pt>
    <dgm:pt modelId="{C06789B4-894E-42F8-9E0F-ADCC62EA3101}" type="sibTrans" cxnId="{F3CD2B92-B5D2-47CD-A543-AC6A1107898F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73F01D5E-F29A-4B0B-B16D-1BDA8866DE0B}" type="pres">
      <dgm:prSet presAssocID="{62ACD5A7-4579-44DA-AF4B-F878ABBBE552}" presName="Name0" presStyleCnt="0">
        <dgm:presLayoutVars>
          <dgm:animLvl val="lvl"/>
          <dgm:resizeHandles val="exact"/>
        </dgm:presLayoutVars>
      </dgm:prSet>
      <dgm:spPr/>
    </dgm:pt>
    <dgm:pt modelId="{31B845ED-9170-48F4-83A5-AC0CC493E39A}" type="pres">
      <dgm:prSet presAssocID="{32AACFE5-6CF6-447F-9AF9-343CBF0EE68C}" presName="compositeNode" presStyleCnt="0">
        <dgm:presLayoutVars>
          <dgm:bulletEnabled val="1"/>
        </dgm:presLayoutVars>
      </dgm:prSet>
      <dgm:spPr/>
    </dgm:pt>
    <dgm:pt modelId="{03DB43FA-6035-49BA-9DA2-14ADCCB5BFFF}" type="pres">
      <dgm:prSet presAssocID="{32AACFE5-6CF6-447F-9AF9-343CBF0EE68C}" presName="bgRect" presStyleLbl="alignNode1" presStyleIdx="0" presStyleCnt="3"/>
      <dgm:spPr/>
    </dgm:pt>
    <dgm:pt modelId="{D7C1EE54-6195-4BCA-BBF7-DBCDE75A2B3C}" type="pres">
      <dgm:prSet presAssocID="{78CCAE3A-7486-40F6-89AE-7DD2EA6574A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E6AC3190-0944-457A-917A-86A585EE6AA6}" type="pres">
      <dgm:prSet presAssocID="{32AACFE5-6CF6-447F-9AF9-343CBF0EE68C}" presName="nodeRect" presStyleLbl="alignNode1" presStyleIdx="0" presStyleCnt="3">
        <dgm:presLayoutVars>
          <dgm:bulletEnabled val="1"/>
        </dgm:presLayoutVars>
      </dgm:prSet>
      <dgm:spPr/>
    </dgm:pt>
    <dgm:pt modelId="{6C9CDF3C-E37F-48E9-8532-5172DCA4823E}" type="pres">
      <dgm:prSet presAssocID="{78CCAE3A-7486-40F6-89AE-7DD2EA6574A5}" presName="sibTrans" presStyleCnt="0"/>
      <dgm:spPr/>
    </dgm:pt>
    <dgm:pt modelId="{245F4352-F3F4-4377-AFEE-A6FC990C81B6}" type="pres">
      <dgm:prSet presAssocID="{E067D6A8-D643-4013-8F6C-43ABB2E5AAD0}" presName="compositeNode" presStyleCnt="0">
        <dgm:presLayoutVars>
          <dgm:bulletEnabled val="1"/>
        </dgm:presLayoutVars>
      </dgm:prSet>
      <dgm:spPr/>
    </dgm:pt>
    <dgm:pt modelId="{D42AB17F-5210-4688-A9AC-1918869EEE9F}" type="pres">
      <dgm:prSet presAssocID="{E067D6A8-D643-4013-8F6C-43ABB2E5AAD0}" presName="bgRect" presStyleLbl="alignNode1" presStyleIdx="1" presStyleCnt="3"/>
      <dgm:spPr/>
    </dgm:pt>
    <dgm:pt modelId="{FD5B6BBA-8B3E-4878-BB6D-59AEAE567461}" type="pres">
      <dgm:prSet presAssocID="{F75B4D21-91EE-4A18-B0F7-0121945376D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A02B9E05-6560-4828-9966-A1ADCEAACD7B}" type="pres">
      <dgm:prSet presAssocID="{E067D6A8-D643-4013-8F6C-43ABB2E5AAD0}" presName="nodeRect" presStyleLbl="alignNode1" presStyleIdx="1" presStyleCnt="3">
        <dgm:presLayoutVars>
          <dgm:bulletEnabled val="1"/>
        </dgm:presLayoutVars>
      </dgm:prSet>
      <dgm:spPr/>
    </dgm:pt>
    <dgm:pt modelId="{DA75EB87-852B-450C-AA91-B243D2FAEC73}" type="pres">
      <dgm:prSet presAssocID="{F75B4D21-91EE-4A18-B0F7-0121945376DD}" presName="sibTrans" presStyleCnt="0"/>
      <dgm:spPr/>
    </dgm:pt>
    <dgm:pt modelId="{96A3F607-165B-47B0-8F68-2057D05E913D}" type="pres">
      <dgm:prSet presAssocID="{133F5F81-7485-4A29-A2AD-84A79E98DBE8}" presName="compositeNode" presStyleCnt="0">
        <dgm:presLayoutVars>
          <dgm:bulletEnabled val="1"/>
        </dgm:presLayoutVars>
      </dgm:prSet>
      <dgm:spPr/>
    </dgm:pt>
    <dgm:pt modelId="{9B0CFC16-A554-4483-996D-A4AF5AB1F247}" type="pres">
      <dgm:prSet presAssocID="{133F5F81-7485-4A29-A2AD-84A79E98DBE8}" presName="bgRect" presStyleLbl="alignNode1" presStyleIdx="2" presStyleCnt="3"/>
      <dgm:spPr/>
    </dgm:pt>
    <dgm:pt modelId="{2AB2F7E2-6B09-4325-A5D4-3ED804AEA393}" type="pres">
      <dgm:prSet presAssocID="{C06789B4-894E-42F8-9E0F-ADCC62EA310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D45CD22-A6FD-4B2A-BD85-7AEDC48753FB}" type="pres">
      <dgm:prSet presAssocID="{133F5F81-7485-4A29-A2AD-84A79E98DBE8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8DF20414-D2A2-4212-8B74-DAF5F79F7DF8}" type="presOf" srcId="{133F5F81-7485-4A29-A2AD-84A79E98DBE8}" destId="{9B0CFC16-A554-4483-996D-A4AF5AB1F247}" srcOrd="0" destOrd="0" presId="urn:microsoft.com/office/officeart/2016/7/layout/LinearBlockProcessNumbered"/>
    <dgm:cxn modelId="{042B0431-D49C-435E-A8A5-B894CEB2C8AF}" type="presOf" srcId="{32AACFE5-6CF6-447F-9AF9-343CBF0EE68C}" destId="{03DB43FA-6035-49BA-9DA2-14ADCCB5BFFF}" srcOrd="0" destOrd="0" presId="urn:microsoft.com/office/officeart/2016/7/layout/LinearBlockProcessNumbered"/>
    <dgm:cxn modelId="{6AAA183A-2926-43E0-819C-357EAFBC667B}" type="presOf" srcId="{32AACFE5-6CF6-447F-9AF9-343CBF0EE68C}" destId="{E6AC3190-0944-457A-917A-86A585EE6AA6}" srcOrd="1" destOrd="0" presId="urn:microsoft.com/office/officeart/2016/7/layout/LinearBlockProcessNumbered"/>
    <dgm:cxn modelId="{CD449166-E4AF-46E1-A6B2-AF3C2B5587C3}" type="presOf" srcId="{C06789B4-894E-42F8-9E0F-ADCC62EA3101}" destId="{2AB2F7E2-6B09-4325-A5D4-3ED804AEA393}" srcOrd="0" destOrd="0" presId="urn:microsoft.com/office/officeart/2016/7/layout/LinearBlockProcessNumbered"/>
    <dgm:cxn modelId="{18337E89-50E9-405A-909E-B7CC0D31D078}" type="presOf" srcId="{E067D6A8-D643-4013-8F6C-43ABB2E5AAD0}" destId="{D42AB17F-5210-4688-A9AC-1918869EEE9F}" srcOrd="0" destOrd="0" presId="urn:microsoft.com/office/officeart/2016/7/layout/LinearBlockProcessNumbered"/>
    <dgm:cxn modelId="{611AC58F-51F4-4B77-A3E6-19C78AA0BF8D}" srcId="{62ACD5A7-4579-44DA-AF4B-F878ABBBE552}" destId="{E067D6A8-D643-4013-8F6C-43ABB2E5AAD0}" srcOrd="1" destOrd="0" parTransId="{5B88C48D-9881-439E-BDBD-6796A0BA67C5}" sibTransId="{F75B4D21-91EE-4A18-B0F7-0121945376DD}"/>
    <dgm:cxn modelId="{FE6AB891-855F-4D73-8204-E5C324F27FC3}" type="presOf" srcId="{F75B4D21-91EE-4A18-B0F7-0121945376DD}" destId="{FD5B6BBA-8B3E-4878-BB6D-59AEAE567461}" srcOrd="0" destOrd="0" presId="urn:microsoft.com/office/officeart/2016/7/layout/LinearBlockProcessNumbered"/>
    <dgm:cxn modelId="{F3CD2B92-B5D2-47CD-A543-AC6A1107898F}" srcId="{62ACD5A7-4579-44DA-AF4B-F878ABBBE552}" destId="{133F5F81-7485-4A29-A2AD-84A79E98DBE8}" srcOrd="2" destOrd="0" parTransId="{35E488AA-5D2C-4ECB-8F14-3DC0D6DBE3D5}" sibTransId="{C06789B4-894E-42F8-9E0F-ADCC62EA3101}"/>
    <dgm:cxn modelId="{37A5CDA6-1E4F-466A-8F9F-2DEDF91E04E1}" type="presOf" srcId="{62ACD5A7-4579-44DA-AF4B-F878ABBBE552}" destId="{73F01D5E-F29A-4B0B-B16D-1BDA8866DE0B}" srcOrd="0" destOrd="0" presId="urn:microsoft.com/office/officeart/2016/7/layout/LinearBlockProcessNumbered"/>
    <dgm:cxn modelId="{15E40AB3-E740-4AF4-A530-FA914DF17ABC}" type="presOf" srcId="{E067D6A8-D643-4013-8F6C-43ABB2E5AAD0}" destId="{A02B9E05-6560-4828-9966-A1ADCEAACD7B}" srcOrd="1" destOrd="0" presId="urn:microsoft.com/office/officeart/2016/7/layout/LinearBlockProcessNumbered"/>
    <dgm:cxn modelId="{304E6BCA-0BF9-42B3-A641-1BA9AD437865}" srcId="{62ACD5A7-4579-44DA-AF4B-F878ABBBE552}" destId="{32AACFE5-6CF6-447F-9AF9-343CBF0EE68C}" srcOrd="0" destOrd="0" parTransId="{2EDDE9F3-1AA4-4B73-947A-0F04C813126E}" sibTransId="{78CCAE3A-7486-40F6-89AE-7DD2EA6574A5}"/>
    <dgm:cxn modelId="{2C54C9CA-F74F-47A4-80F4-58D547346A75}" type="presOf" srcId="{78CCAE3A-7486-40F6-89AE-7DD2EA6574A5}" destId="{D7C1EE54-6195-4BCA-BBF7-DBCDE75A2B3C}" srcOrd="0" destOrd="0" presId="urn:microsoft.com/office/officeart/2016/7/layout/LinearBlockProcessNumbered"/>
    <dgm:cxn modelId="{C94927ED-4186-4761-B2A8-FFF162FAFC6A}" type="presOf" srcId="{133F5F81-7485-4A29-A2AD-84A79E98DBE8}" destId="{DD45CD22-A6FD-4B2A-BD85-7AEDC48753FB}" srcOrd="1" destOrd="0" presId="urn:microsoft.com/office/officeart/2016/7/layout/LinearBlockProcessNumbered"/>
    <dgm:cxn modelId="{618FA7FF-9BEC-443D-8A80-FC7A5FDFC03D}" type="presParOf" srcId="{73F01D5E-F29A-4B0B-B16D-1BDA8866DE0B}" destId="{31B845ED-9170-48F4-83A5-AC0CC493E39A}" srcOrd="0" destOrd="0" presId="urn:microsoft.com/office/officeart/2016/7/layout/LinearBlockProcessNumbered"/>
    <dgm:cxn modelId="{C6ACFA0D-0FC9-4D66-A324-AE8D061E3728}" type="presParOf" srcId="{31B845ED-9170-48F4-83A5-AC0CC493E39A}" destId="{03DB43FA-6035-49BA-9DA2-14ADCCB5BFFF}" srcOrd="0" destOrd="0" presId="urn:microsoft.com/office/officeart/2016/7/layout/LinearBlockProcessNumbered"/>
    <dgm:cxn modelId="{38B6A9D0-8FAC-4879-81E6-04CB3354018E}" type="presParOf" srcId="{31B845ED-9170-48F4-83A5-AC0CC493E39A}" destId="{D7C1EE54-6195-4BCA-BBF7-DBCDE75A2B3C}" srcOrd="1" destOrd="0" presId="urn:microsoft.com/office/officeart/2016/7/layout/LinearBlockProcessNumbered"/>
    <dgm:cxn modelId="{332F7344-88EA-405E-AFB7-AA399C435BF7}" type="presParOf" srcId="{31B845ED-9170-48F4-83A5-AC0CC493E39A}" destId="{E6AC3190-0944-457A-917A-86A585EE6AA6}" srcOrd="2" destOrd="0" presId="urn:microsoft.com/office/officeart/2016/7/layout/LinearBlockProcessNumbered"/>
    <dgm:cxn modelId="{1860393F-D6A5-435D-934E-1D5974E711E8}" type="presParOf" srcId="{73F01D5E-F29A-4B0B-B16D-1BDA8866DE0B}" destId="{6C9CDF3C-E37F-48E9-8532-5172DCA4823E}" srcOrd="1" destOrd="0" presId="urn:microsoft.com/office/officeart/2016/7/layout/LinearBlockProcessNumbered"/>
    <dgm:cxn modelId="{53ACE704-FD41-4741-8652-AE3B81D22593}" type="presParOf" srcId="{73F01D5E-F29A-4B0B-B16D-1BDA8866DE0B}" destId="{245F4352-F3F4-4377-AFEE-A6FC990C81B6}" srcOrd="2" destOrd="0" presId="urn:microsoft.com/office/officeart/2016/7/layout/LinearBlockProcessNumbered"/>
    <dgm:cxn modelId="{02214779-3B5E-44B9-B085-F61FD4D75179}" type="presParOf" srcId="{245F4352-F3F4-4377-AFEE-A6FC990C81B6}" destId="{D42AB17F-5210-4688-A9AC-1918869EEE9F}" srcOrd="0" destOrd="0" presId="urn:microsoft.com/office/officeart/2016/7/layout/LinearBlockProcessNumbered"/>
    <dgm:cxn modelId="{8ABBB8C5-C8A8-48C9-8249-A682E6A34BDC}" type="presParOf" srcId="{245F4352-F3F4-4377-AFEE-A6FC990C81B6}" destId="{FD5B6BBA-8B3E-4878-BB6D-59AEAE567461}" srcOrd="1" destOrd="0" presId="urn:microsoft.com/office/officeart/2016/7/layout/LinearBlockProcessNumbered"/>
    <dgm:cxn modelId="{613E5F34-CAD6-4324-8EC3-25C7A9DD3893}" type="presParOf" srcId="{245F4352-F3F4-4377-AFEE-A6FC990C81B6}" destId="{A02B9E05-6560-4828-9966-A1ADCEAACD7B}" srcOrd="2" destOrd="0" presId="urn:microsoft.com/office/officeart/2016/7/layout/LinearBlockProcessNumbered"/>
    <dgm:cxn modelId="{439AABD9-B747-4607-B75A-F7ED677431A2}" type="presParOf" srcId="{73F01D5E-F29A-4B0B-B16D-1BDA8866DE0B}" destId="{DA75EB87-852B-450C-AA91-B243D2FAEC73}" srcOrd="3" destOrd="0" presId="urn:microsoft.com/office/officeart/2016/7/layout/LinearBlockProcessNumbered"/>
    <dgm:cxn modelId="{E12266DF-10FF-4C7C-A86A-FCE5699B2C0F}" type="presParOf" srcId="{73F01D5E-F29A-4B0B-B16D-1BDA8866DE0B}" destId="{96A3F607-165B-47B0-8F68-2057D05E913D}" srcOrd="4" destOrd="0" presId="urn:microsoft.com/office/officeart/2016/7/layout/LinearBlockProcessNumbered"/>
    <dgm:cxn modelId="{CDD79364-E39E-4A85-A758-3E1CB591F956}" type="presParOf" srcId="{96A3F607-165B-47B0-8F68-2057D05E913D}" destId="{9B0CFC16-A554-4483-996D-A4AF5AB1F247}" srcOrd="0" destOrd="0" presId="urn:microsoft.com/office/officeart/2016/7/layout/LinearBlockProcessNumbered"/>
    <dgm:cxn modelId="{216A9E58-6DDB-43DF-AC56-6757E02E6787}" type="presParOf" srcId="{96A3F607-165B-47B0-8F68-2057D05E913D}" destId="{2AB2F7E2-6B09-4325-A5D4-3ED804AEA393}" srcOrd="1" destOrd="0" presId="urn:microsoft.com/office/officeart/2016/7/layout/LinearBlockProcessNumbered"/>
    <dgm:cxn modelId="{9F81101B-8668-4D81-80D2-7DD575F50CB1}" type="presParOf" srcId="{96A3F607-165B-47B0-8F68-2057D05E913D}" destId="{DD45CD22-A6FD-4B2A-BD85-7AEDC48753F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FC91D1-5F74-432C-B226-718EAFC1D62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CE4DCC-2902-42E4-9AEB-E4AA2AEA2F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4A66AC"/>
              </a:solidFill>
            </a:rPr>
            <a:t>Check </a:t>
          </a:r>
          <a:r>
            <a:rPr lang="en-US" dirty="0">
              <a:solidFill>
                <a:srgbClr val="4A66AC"/>
              </a:solidFill>
            </a:rPr>
            <a:t>your Browser Privacy Settings (check your phone and internet connected TV too)</a:t>
          </a:r>
          <a:r>
            <a:rPr lang="en-US" dirty="0">
              <a:solidFill>
                <a:srgbClr val="4A66AC"/>
              </a:solidFill>
              <a:latin typeface="The Serif Hand Black"/>
            </a:rPr>
            <a:t> </a:t>
          </a:r>
          <a:endParaRPr lang="en-US" dirty="0">
            <a:solidFill>
              <a:srgbClr val="4A66AC"/>
            </a:solidFill>
          </a:endParaRPr>
        </a:p>
      </dgm:t>
    </dgm:pt>
    <dgm:pt modelId="{A6C2CBAA-05C7-499E-8ED4-BE38ACE4A7FC}" type="parTrans" cxnId="{69652598-802D-4391-920D-A8BE3B78D229}">
      <dgm:prSet/>
      <dgm:spPr/>
      <dgm:t>
        <a:bodyPr/>
        <a:lstStyle/>
        <a:p>
          <a:endParaRPr lang="en-US"/>
        </a:p>
      </dgm:t>
    </dgm:pt>
    <dgm:pt modelId="{8AE3892B-5CF3-479D-9118-5798EF545904}" type="sibTrans" cxnId="{69652598-802D-4391-920D-A8BE3B78D2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0CAAC76-6857-4D2F-A196-8616131C59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4A66AC"/>
              </a:solidFill>
            </a:rPr>
            <a:t>Block</a:t>
          </a:r>
          <a:r>
            <a:rPr lang="en-US" dirty="0">
              <a:solidFill>
                <a:srgbClr val="4A66AC"/>
              </a:solidFill>
            </a:rPr>
            <a:t> ads and trackers with browser extension like </a:t>
          </a:r>
          <a:r>
            <a:rPr lang="en-US" u="sng" dirty="0">
              <a:solidFill>
                <a:srgbClr val="4A66AC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uBlock Origin</a:t>
          </a:r>
          <a:r>
            <a:rPr lang="en-US" dirty="0">
              <a:solidFill>
                <a:srgbClr val="4A66AC"/>
              </a:solidFill>
            </a:rPr>
            <a:t> blocks ads and the data they collect. Combine </a:t>
          </a:r>
          <a:r>
            <a:rPr lang="en-US" dirty="0" err="1">
              <a:solidFill>
                <a:srgbClr val="4A66AC"/>
              </a:solidFill>
            </a:rPr>
            <a:t>uBlock</a:t>
          </a:r>
          <a:r>
            <a:rPr lang="en-US" dirty="0">
              <a:solidFill>
                <a:srgbClr val="4A66AC"/>
              </a:solidFill>
            </a:rPr>
            <a:t> with </a:t>
          </a:r>
          <a:r>
            <a:rPr lang="en-US" u="sng" dirty="0">
              <a:solidFill>
                <a:srgbClr val="4A66AC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Privacy Badger</a:t>
          </a:r>
          <a:r>
            <a:rPr lang="en-US" dirty="0">
              <a:solidFill>
                <a:srgbClr val="4A66AC"/>
              </a:solidFill>
            </a:rPr>
            <a:t>, which blocks trackers</a:t>
          </a:r>
        </a:p>
      </dgm:t>
    </dgm:pt>
    <dgm:pt modelId="{9F9B9A8B-CE62-4B25-BAAD-2B45B4ACCA21}" type="parTrans" cxnId="{6530725A-408C-4B40-AF55-E874B4E2A578}">
      <dgm:prSet/>
      <dgm:spPr/>
      <dgm:t>
        <a:bodyPr/>
        <a:lstStyle/>
        <a:p>
          <a:endParaRPr lang="en-US"/>
        </a:p>
      </dgm:t>
    </dgm:pt>
    <dgm:pt modelId="{001CF8D4-1D90-4938-905B-2FB0E9FDCB36}" type="sibTrans" cxnId="{6530725A-408C-4B40-AF55-E874B4E2A5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84209A-9AB6-4C00-8BBB-12CAD0BD42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4A66AC"/>
              </a:solidFill>
            </a:rPr>
            <a:t>Reconsider</a:t>
          </a:r>
          <a:r>
            <a:rPr lang="en-US" dirty="0">
              <a:solidFill>
                <a:srgbClr val="4A66AC"/>
              </a:solidFill>
            </a:rPr>
            <a:t> free apps and platforms. Social media platforms are free because they sell your data.</a:t>
          </a:r>
          <a:r>
            <a:rPr lang="en-US" dirty="0">
              <a:solidFill>
                <a:srgbClr val="4A66AC"/>
              </a:solidFill>
              <a:latin typeface="The Serif Hand Black"/>
            </a:rPr>
            <a:t> </a:t>
          </a:r>
          <a:endParaRPr lang="en-US" dirty="0">
            <a:solidFill>
              <a:srgbClr val="4A66AC"/>
            </a:solidFill>
          </a:endParaRPr>
        </a:p>
      </dgm:t>
    </dgm:pt>
    <dgm:pt modelId="{556E3445-CB7C-47B9-A513-84D28E2431E2}" type="parTrans" cxnId="{963B80E9-6EE4-4303-8573-7549FB279D6F}">
      <dgm:prSet/>
      <dgm:spPr/>
      <dgm:t>
        <a:bodyPr/>
        <a:lstStyle/>
        <a:p>
          <a:endParaRPr lang="en-US"/>
        </a:p>
      </dgm:t>
    </dgm:pt>
    <dgm:pt modelId="{473918DA-E6F7-48B6-B310-F425DAE30BD8}" type="sibTrans" cxnId="{963B80E9-6EE4-4303-8573-7549FB279D6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4FF1E6-1A38-49C9-B649-2285D3BFCC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4A66AC"/>
              </a:solidFill>
            </a:rPr>
            <a:t>Review </a:t>
          </a:r>
          <a:r>
            <a:rPr lang="en-US" dirty="0">
              <a:solidFill>
                <a:srgbClr val="4A66AC"/>
              </a:solidFill>
            </a:rPr>
            <a:t>website cookie notices and </a:t>
          </a:r>
          <a:r>
            <a:rPr lang="en-US" dirty="0">
              <a:solidFill>
                <a:srgbClr val="4A66AC"/>
              </a:solidFill>
              <a:latin typeface="The Serif Hand Black"/>
            </a:rPr>
            <a:t>practice</a:t>
          </a:r>
          <a:r>
            <a:rPr lang="en-US" dirty="0">
              <a:solidFill>
                <a:srgbClr val="4A66AC"/>
              </a:solidFill>
            </a:rPr>
            <a:t> good cookie housekeeping.</a:t>
          </a:r>
        </a:p>
      </dgm:t>
    </dgm:pt>
    <dgm:pt modelId="{AD20EFB9-2922-4281-9CD1-0DF26A343CDB}" type="parTrans" cxnId="{E014C2BA-ADB1-48C8-9745-AAAFF237B594}">
      <dgm:prSet/>
      <dgm:spPr/>
      <dgm:t>
        <a:bodyPr/>
        <a:lstStyle/>
        <a:p>
          <a:endParaRPr lang="en-US"/>
        </a:p>
      </dgm:t>
    </dgm:pt>
    <dgm:pt modelId="{BA7005B0-535E-49C9-8CFA-643A5F9B149A}" type="sibTrans" cxnId="{E014C2BA-ADB1-48C8-9745-AAAFF237B5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3DA4E5-5269-485B-816D-C9FE512BB6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4A66AC"/>
              </a:solidFill>
            </a:rPr>
            <a:t>Practice </a:t>
          </a:r>
          <a:r>
            <a:rPr lang="en-US" dirty="0">
              <a:solidFill>
                <a:srgbClr val="4A66AC"/>
              </a:solidFill>
            </a:rPr>
            <a:t>caution and protect your primary email address and phone number.</a:t>
          </a:r>
          <a:r>
            <a:rPr lang="en-US" dirty="0">
              <a:solidFill>
                <a:srgbClr val="4A66AC"/>
              </a:solidFill>
              <a:latin typeface="The Serif Hand Black"/>
            </a:rPr>
            <a:t> </a:t>
          </a:r>
          <a:endParaRPr lang="en-US" dirty="0">
            <a:solidFill>
              <a:srgbClr val="4A66AC"/>
            </a:solidFill>
          </a:endParaRPr>
        </a:p>
      </dgm:t>
    </dgm:pt>
    <dgm:pt modelId="{F73DAA3A-594B-45A5-BEC8-870954452F2A}" type="parTrans" cxnId="{5A6DE12B-FC4E-4842-BC17-5A6F5C675781}">
      <dgm:prSet/>
      <dgm:spPr/>
      <dgm:t>
        <a:bodyPr/>
        <a:lstStyle/>
        <a:p>
          <a:endParaRPr lang="en-US"/>
        </a:p>
      </dgm:t>
    </dgm:pt>
    <dgm:pt modelId="{2FAB5507-63B6-4F2B-9A6B-EFBE23048CBC}" type="sibTrans" cxnId="{5A6DE12B-FC4E-4842-BC17-5A6F5C675781}">
      <dgm:prSet/>
      <dgm:spPr/>
      <dgm:t>
        <a:bodyPr/>
        <a:lstStyle/>
        <a:p>
          <a:endParaRPr lang="en-US"/>
        </a:p>
      </dgm:t>
    </dgm:pt>
    <dgm:pt modelId="{0C58174F-15A1-48B2-B89F-63F93AC99868}" type="pres">
      <dgm:prSet presAssocID="{AFFC91D1-5F74-432C-B226-718EAFC1D623}" presName="root" presStyleCnt="0">
        <dgm:presLayoutVars>
          <dgm:dir/>
          <dgm:resizeHandles val="exact"/>
        </dgm:presLayoutVars>
      </dgm:prSet>
      <dgm:spPr/>
    </dgm:pt>
    <dgm:pt modelId="{B928C983-8B12-400A-BFD7-E389011E540B}" type="pres">
      <dgm:prSet presAssocID="{AFFC91D1-5F74-432C-B226-718EAFC1D623}" presName="container" presStyleCnt="0">
        <dgm:presLayoutVars>
          <dgm:dir/>
          <dgm:resizeHandles val="exact"/>
        </dgm:presLayoutVars>
      </dgm:prSet>
      <dgm:spPr/>
    </dgm:pt>
    <dgm:pt modelId="{6C7E4081-3678-4D97-B329-B427E9B09E59}" type="pres">
      <dgm:prSet presAssocID="{28CE4DCC-2902-42E4-9AEB-E4AA2AEA2F9E}" presName="compNode" presStyleCnt="0"/>
      <dgm:spPr/>
    </dgm:pt>
    <dgm:pt modelId="{AF82CBB7-E935-4174-BACF-73DB068BF702}" type="pres">
      <dgm:prSet presAssocID="{28CE4DCC-2902-42E4-9AEB-E4AA2AEA2F9E}" presName="iconBgRect" presStyleLbl="bgShp" presStyleIdx="0" presStyleCnt="5"/>
      <dgm:spPr/>
    </dgm:pt>
    <dgm:pt modelId="{0086210D-1286-420A-89EF-62C6F86808E8}" type="pres">
      <dgm:prSet presAssocID="{28CE4DCC-2902-42E4-9AEB-E4AA2AEA2F9E}" presName="iconRect" presStyleLbl="node1" presStyleIdx="0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193066AF-ADF6-446D-9AF8-E1956C0FA228}" type="pres">
      <dgm:prSet presAssocID="{28CE4DCC-2902-42E4-9AEB-E4AA2AEA2F9E}" presName="spaceRect" presStyleCnt="0"/>
      <dgm:spPr/>
    </dgm:pt>
    <dgm:pt modelId="{72CA99F3-D04D-4A6C-8664-6B288DAC0E2B}" type="pres">
      <dgm:prSet presAssocID="{28CE4DCC-2902-42E4-9AEB-E4AA2AEA2F9E}" presName="textRect" presStyleLbl="revTx" presStyleIdx="0" presStyleCnt="5">
        <dgm:presLayoutVars>
          <dgm:chMax val="1"/>
          <dgm:chPref val="1"/>
        </dgm:presLayoutVars>
      </dgm:prSet>
      <dgm:spPr/>
    </dgm:pt>
    <dgm:pt modelId="{B6D257EC-3FA9-4DC6-9314-3702652B101F}" type="pres">
      <dgm:prSet presAssocID="{8AE3892B-5CF3-479D-9118-5798EF545904}" presName="sibTrans" presStyleLbl="sibTrans2D1" presStyleIdx="0" presStyleCnt="0"/>
      <dgm:spPr/>
    </dgm:pt>
    <dgm:pt modelId="{0FEADDF9-22DE-4ABE-9A94-B7F34D54DB81}" type="pres">
      <dgm:prSet presAssocID="{F0CAAC76-6857-4D2F-A196-8616131C59F7}" presName="compNode" presStyleCnt="0"/>
      <dgm:spPr/>
    </dgm:pt>
    <dgm:pt modelId="{F7887B23-031A-4659-8B32-25E4015E5D47}" type="pres">
      <dgm:prSet presAssocID="{F0CAAC76-6857-4D2F-A196-8616131C59F7}" presName="iconBgRect" presStyleLbl="bgShp" presStyleIdx="1" presStyleCnt="5"/>
      <dgm:spPr/>
    </dgm:pt>
    <dgm:pt modelId="{EFDA0D57-0FAD-4B0C-88C3-1FD0900A71B5}" type="pres">
      <dgm:prSet presAssocID="{F0CAAC76-6857-4D2F-A196-8616131C59F7}" presName="iconRect" presStyleLbl="node1" presStyleIdx="1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at"/>
        </a:ext>
      </dgm:extLst>
    </dgm:pt>
    <dgm:pt modelId="{57526AE8-3EE4-4F15-BF4F-3C8CB43A2D2D}" type="pres">
      <dgm:prSet presAssocID="{F0CAAC76-6857-4D2F-A196-8616131C59F7}" presName="spaceRect" presStyleCnt="0"/>
      <dgm:spPr/>
    </dgm:pt>
    <dgm:pt modelId="{D9D3B154-1B7D-4187-B802-CC7FC4D84E5E}" type="pres">
      <dgm:prSet presAssocID="{F0CAAC76-6857-4D2F-A196-8616131C59F7}" presName="textRect" presStyleLbl="revTx" presStyleIdx="1" presStyleCnt="5">
        <dgm:presLayoutVars>
          <dgm:chMax val="1"/>
          <dgm:chPref val="1"/>
        </dgm:presLayoutVars>
      </dgm:prSet>
      <dgm:spPr/>
    </dgm:pt>
    <dgm:pt modelId="{A82DF01E-7584-44B9-A533-6A9F82E94602}" type="pres">
      <dgm:prSet presAssocID="{001CF8D4-1D90-4938-905B-2FB0E9FDCB36}" presName="sibTrans" presStyleLbl="sibTrans2D1" presStyleIdx="0" presStyleCnt="0"/>
      <dgm:spPr/>
    </dgm:pt>
    <dgm:pt modelId="{6B8BF4AA-5E0A-45E1-B9C4-209FA0FEAA89}" type="pres">
      <dgm:prSet presAssocID="{A184209A-9AB6-4C00-8BBB-12CAD0BD4203}" presName="compNode" presStyleCnt="0"/>
      <dgm:spPr/>
    </dgm:pt>
    <dgm:pt modelId="{F8A665FC-75D8-411D-AA0F-57A69FB8701F}" type="pres">
      <dgm:prSet presAssocID="{A184209A-9AB6-4C00-8BBB-12CAD0BD4203}" presName="iconBgRect" presStyleLbl="bgShp" presStyleIdx="2" presStyleCnt="5"/>
      <dgm:spPr/>
    </dgm:pt>
    <dgm:pt modelId="{42F852E0-83C3-4AB5-93AD-BBCF5B678195}" type="pres">
      <dgm:prSet presAssocID="{A184209A-9AB6-4C00-8BBB-12CAD0BD4203}" presName="iconRect" presStyleLbl="node1" presStyleIdx="2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456A034-3817-4CD4-8A0B-832913B0046A}" type="pres">
      <dgm:prSet presAssocID="{A184209A-9AB6-4C00-8BBB-12CAD0BD4203}" presName="spaceRect" presStyleCnt="0"/>
      <dgm:spPr/>
    </dgm:pt>
    <dgm:pt modelId="{A4BE69E7-524F-43D2-BEC4-26CF542A21C1}" type="pres">
      <dgm:prSet presAssocID="{A184209A-9AB6-4C00-8BBB-12CAD0BD4203}" presName="textRect" presStyleLbl="revTx" presStyleIdx="2" presStyleCnt="5">
        <dgm:presLayoutVars>
          <dgm:chMax val="1"/>
          <dgm:chPref val="1"/>
        </dgm:presLayoutVars>
      </dgm:prSet>
      <dgm:spPr/>
    </dgm:pt>
    <dgm:pt modelId="{B3E0DA69-1400-435A-A5AB-A6D2A9CC6F0B}" type="pres">
      <dgm:prSet presAssocID="{473918DA-E6F7-48B6-B310-F425DAE30BD8}" presName="sibTrans" presStyleLbl="sibTrans2D1" presStyleIdx="0" presStyleCnt="0"/>
      <dgm:spPr/>
    </dgm:pt>
    <dgm:pt modelId="{B549DFB0-95DD-4E9D-9FE2-0AB323CE02AD}" type="pres">
      <dgm:prSet presAssocID="{194FF1E6-1A38-49C9-B649-2285D3BFCCBD}" presName="compNode" presStyleCnt="0"/>
      <dgm:spPr/>
    </dgm:pt>
    <dgm:pt modelId="{54019ACC-4F6B-49C0-9E22-09E7DD349802}" type="pres">
      <dgm:prSet presAssocID="{194FF1E6-1A38-49C9-B649-2285D3BFCCBD}" presName="iconBgRect" presStyleLbl="bgShp" presStyleIdx="3" presStyleCnt="5"/>
      <dgm:spPr/>
    </dgm:pt>
    <dgm:pt modelId="{B22D98B1-18C4-4D4E-9ED4-A3EDFC08E6D7}" type="pres">
      <dgm:prSet presAssocID="{194FF1E6-1A38-49C9-B649-2285D3BFCCBD}" presName="iconRect" presStyleLbl="node1" presStyleIdx="3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tune Cookie"/>
        </a:ext>
      </dgm:extLst>
    </dgm:pt>
    <dgm:pt modelId="{B0A35940-3634-47FD-8DF7-FE4EF83827AA}" type="pres">
      <dgm:prSet presAssocID="{194FF1E6-1A38-49C9-B649-2285D3BFCCBD}" presName="spaceRect" presStyleCnt="0"/>
      <dgm:spPr/>
    </dgm:pt>
    <dgm:pt modelId="{E36E519E-CCA4-4783-A9BF-1DE270DB92BA}" type="pres">
      <dgm:prSet presAssocID="{194FF1E6-1A38-49C9-B649-2285D3BFCCBD}" presName="textRect" presStyleLbl="revTx" presStyleIdx="3" presStyleCnt="5">
        <dgm:presLayoutVars>
          <dgm:chMax val="1"/>
          <dgm:chPref val="1"/>
        </dgm:presLayoutVars>
      </dgm:prSet>
      <dgm:spPr/>
    </dgm:pt>
    <dgm:pt modelId="{4F316158-5D61-43B7-89C4-EB14AD5A7722}" type="pres">
      <dgm:prSet presAssocID="{BA7005B0-535E-49C9-8CFA-643A5F9B149A}" presName="sibTrans" presStyleLbl="sibTrans2D1" presStyleIdx="0" presStyleCnt="0"/>
      <dgm:spPr/>
    </dgm:pt>
    <dgm:pt modelId="{80AF5C84-5E8A-4486-970B-4E6410344968}" type="pres">
      <dgm:prSet presAssocID="{D83DA4E5-5269-485B-816D-C9FE512BB6BF}" presName="compNode" presStyleCnt="0"/>
      <dgm:spPr/>
    </dgm:pt>
    <dgm:pt modelId="{311929B7-5A78-42C1-A143-229FFE21E723}" type="pres">
      <dgm:prSet presAssocID="{D83DA4E5-5269-485B-816D-C9FE512BB6BF}" presName="iconBgRect" presStyleLbl="bgShp" presStyleIdx="4" presStyleCnt="5"/>
      <dgm:spPr/>
    </dgm:pt>
    <dgm:pt modelId="{89753E20-E90E-4D2C-982D-42CA71A325CB}" type="pres">
      <dgm:prSet presAssocID="{D83DA4E5-5269-485B-816D-C9FE512BB6BF}" presName="iconRect" presStyleLbl="node1" presStyleIdx="4" presStyleCnt="5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B5A881C7-90F7-4BDD-8FCF-10B0569F75DB}" type="pres">
      <dgm:prSet presAssocID="{D83DA4E5-5269-485B-816D-C9FE512BB6BF}" presName="spaceRect" presStyleCnt="0"/>
      <dgm:spPr/>
    </dgm:pt>
    <dgm:pt modelId="{511312C4-6797-49B9-B027-1D6110CF9153}" type="pres">
      <dgm:prSet presAssocID="{D83DA4E5-5269-485B-816D-C9FE512BB6B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F752209-2039-4D12-A6D7-AA7596277D4D}" type="presOf" srcId="{194FF1E6-1A38-49C9-B649-2285D3BFCCBD}" destId="{E36E519E-CCA4-4783-A9BF-1DE270DB92BA}" srcOrd="0" destOrd="0" presId="urn:microsoft.com/office/officeart/2018/2/layout/IconCircleList"/>
    <dgm:cxn modelId="{5A6DE12B-FC4E-4842-BC17-5A6F5C675781}" srcId="{AFFC91D1-5F74-432C-B226-718EAFC1D623}" destId="{D83DA4E5-5269-485B-816D-C9FE512BB6BF}" srcOrd="4" destOrd="0" parTransId="{F73DAA3A-594B-45A5-BEC8-870954452F2A}" sibTransId="{2FAB5507-63B6-4F2B-9A6B-EFBE23048CBC}"/>
    <dgm:cxn modelId="{70A80758-BCF5-4888-8B38-7C4E8F428804}" type="presOf" srcId="{28CE4DCC-2902-42E4-9AEB-E4AA2AEA2F9E}" destId="{72CA99F3-D04D-4A6C-8664-6B288DAC0E2B}" srcOrd="0" destOrd="0" presId="urn:microsoft.com/office/officeart/2018/2/layout/IconCircleList"/>
    <dgm:cxn modelId="{6530725A-408C-4B40-AF55-E874B4E2A578}" srcId="{AFFC91D1-5F74-432C-B226-718EAFC1D623}" destId="{F0CAAC76-6857-4D2F-A196-8616131C59F7}" srcOrd="1" destOrd="0" parTransId="{9F9B9A8B-CE62-4B25-BAAD-2B45B4ACCA21}" sibTransId="{001CF8D4-1D90-4938-905B-2FB0E9FDCB36}"/>
    <dgm:cxn modelId="{046EC57C-597C-4C92-957C-B543DA62583E}" type="presOf" srcId="{473918DA-E6F7-48B6-B310-F425DAE30BD8}" destId="{B3E0DA69-1400-435A-A5AB-A6D2A9CC6F0B}" srcOrd="0" destOrd="0" presId="urn:microsoft.com/office/officeart/2018/2/layout/IconCircleList"/>
    <dgm:cxn modelId="{BA2D8487-DA69-4DA9-9D35-30B8D9B40A08}" type="presOf" srcId="{AFFC91D1-5F74-432C-B226-718EAFC1D623}" destId="{0C58174F-15A1-48B2-B89F-63F93AC99868}" srcOrd="0" destOrd="0" presId="urn:microsoft.com/office/officeart/2018/2/layout/IconCircleList"/>
    <dgm:cxn modelId="{69652598-802D-4391-920D-A8BE3B78D229}" srcId="{AFFC91D1-5F74-432C-B226-718EAFC1D623}" destId="{28CE4DCC-2902-42E4-9AEB-E4AA2AEA2F9E}" srcOrd="0" destOrd="0" parTransId="{A6C2CBAA-05C7-499E-8ED4-BE38ACE4A7FC}" sibTransId="{8AE3892B-5CF3-479D-9118-5798EF545904}"/>
    <dgm:cxn modelId="{2326B1B4-EB80-4CE8-81A6-6C21B1CA1594}" type="presOf" srcId="{A184209A-9AB6-4C00-8BBB-12CAD0BD4203}" destId="{A4BE69E7-524F-43D2-BEC4-26CF542A21C1}" srcOrd="0" destOrd="0" presId="urn:microsoft.com/office/officeart/2018/2/layout/IconCircleList"/>
    <dgm:cxn modelId="{E014C2BA-ADB1-48C8-9745-AAAFF237B594}" srcId="{AFFC91D1-5F74-432C-B226-718EAFC1D623}" destId="{194FF1E6-1A38-49C9-B649-2285D3BFCCBD}" srcOrd="3" destOrd="0" parTransId="{AD20EFB9-2922-4281-9CD1-0DF26A343CDB}" sibTransId="{BA7005B0-535E-49C9-8CFA-643A5F9B149A}"/>
    <dgm:cxn modelId="{6FB765BB-42E1-4C67-B138-E90B29CC657D}" type="presOf" srcId="{8AE3892B-5CF3-479D-9118-5798EF545904}" destId="{B6D257EC-3FA9-4DC6-9314-3702652B101F}" srcOrd="0" destOrd="0" presId="urn:microsoft.com/office/officeart/2018/2/layout/IconCircleList"/>
    <dgm:cxn modelId="{C7EC7EDB-B7C9-4F47-8E0E-C6E04D944CEB}" type="presOf" srcId="{001CF8D4-1D90-4938-905B-2FB0E9FDCB36}" destId="{A82DF01E-7584-44B9-A533-6A9F82E94602}" srcOrd="0" destOrd="0" presId="urn:microsoft.com/office/officeart/2018/2/layout/IconCircleList"/>
    <dgm:cxn modelId="{BE38B3DE-F6B3-4CC8-9DD5-4138C7919426}" type="presOf" srcId="{BA7005B0-535E-49C9-8CFA-643A5F9B149A}" destId="{4F316158-5D61-43B7-89C4-EB14AD5A7722}" srcOrd="0" destOrd="0" presId="urn:microsoft.com/office/officeart/2018/2/layout/IconCircleList"/>
    <dgm:cxn modelId="{4FDE64E8-34DE-47AF-8033-EB01B67E9CCB}" type="presOf" srcId="{D83DA4E5-5269-485B-816D-C9FE512BB6BF}" destId="{511312C4-6797-49B9-B027-1D6110CF9153}" srcOrd="0" destOrd="0" presId="urn:microsoft.com/office/officeart/2018/2/layout/IconCircleList"/>
    <dgm:cxn modelId="{963B80E9-6EE4-4303-8573-7549FB279D6F}" srcId="{AFFC91D1-5F74-432C-B226-718EAFC1D623}" destId="{A184209A-9AB6-4C00-8BBB-12CAD0BD4203}" srcOrd="2" destOrd="0" parTransId="{556E3445-CB7C-47B9-A513-84D28E2431E2}" sibTransId="{473918DA-E6F7-48B6-B310-F425DAE30BD8}"/>
    <dgm:cxn modelId="{59F017F3-29A5-43B8-8A39-776ED846C2C4}" type="presOf" srcId="{F0CAAC76-6857-4D2F-A196-8616131C59F7}" destId="{D9D3B154-1B7D-4187-B802-CC7FC4D84E5E}" srcOrd="0" destOrd="0" presId="urn:microsoft.com/office/officeart/2018/2/layout/IconCircleList"/>
    <dgm:cxn modelId="{CAC54CC4-CAD6-43F6-BA7F-D1BD70A97575}" type="presParOf" srcId="{0C58174F-15A1-48B2-B89F-63F93AC99868}" destId="{B928C983-8B12-400A-BFD7-E389011E540B}" srcOrd="0" destOrd="0" presId="urn:microsoft.com/office/officeart/2018/2/layout/IconCircleList"/>
    <dgm:cxn modelId="{8788AB1C-8959-4E17-88DC-918D4BC1FFD4}" type="presParOf" srcId="{B928C983-8B12-400A-BFD7-E389011E540B}" destId="{6C7E4081-3678-4D97-B329-B427E9B09E59}" srcOrd="0" destOrd="0" presId="urn:microsoft.com/office/officeart/2018/2/layout/IconCircleList"/>
    <dgm:cxn modelId="{DEEFA062-5ADF-4077-BB94-479DDA9594E9}" type="presParOf" srcId="{6C7E4081-3678-4D97-B329-B427E9B09E59}" destId="{AF82CBB7-E935-4174-BACF-73DB068BF702}" srcOrd="0" destOrd="0" presId="urn:microsoft.com/office/officeart/2018/2/layout/IconCircleList"/>
    <dgm:cxn modelId="{1EBB0CC6-2F94-4FF3-8E8B-C0C5DA4360AF}" type="presParOf" srcId="{6C7E4081-3678-4D97-B329-B427E9B09E59}" destId="{0086210D-1286-420A-89EF-62C6F86808E8}" srcOrd="1" destOrd="0" presId="urn:microsoft.com/office/officeart/2018/2/layout/IconCircleList"/>
    <dgm:cxn modelId="{48BDCB36-28CA-4C69-BD0B-B907DD7FD6FD}" type="presParOf" srcId="{6C7E4081-3678-4D97-B329-B427E9B09E59}" destId="{193066AF-ADF6-446D-9AF8-E1956C0FA228}" srcOrd="2" destOrd="0" presId="urn:microsoft.com/office/officeart/2018/2/layout/IconCircleList"/>
    <dgm:cxn modelId="{B3BA9DCD-56BF-4555-BD9D-433FD129928C}" type="presParOf" srcId="{6C7E4081-3678-4D97-B329-B427E9B09E59}" destId="{72CA99F3-D04D-4A6C-8664-6B288DAC0E2B}" srcOrd="3" destOrd="0" presId="urn:microsoft.com/office/officeart/2018/2/layout/IconCircleList"/>
    <dgm:cxn modelId="{37D37A67-FB0B-4056-A933-35FEDBF2CBDD}" type="presParOf" srcId="{B928C983-8B12-400A-BFD7-E389011E540B}" destId="{B6D257EC-3FA9-4DC6-9314-3702652B101F}" srcOrd="1" destOrd="0" presId="urn:microsoft.com/office/officeart/2018/2/layout/IconCircleList"/>
    <dgm:cxn modelId="{E8F00461-AA33-4DF0-BC9E-3889E466DA8D}" type="presParOf" srcId="{B928C983-8B12-400A-BFD7-E389011E540B}" destId="{0FEADDF9-22DE-4ABE-9A94-B7F34D54DB81}" srcOrd="2" destOrd="0" presId="urn:microsoft.com/office/officeart/2018/2/layout/IconCircleList"/>
    <dgm:cxn modelId="{A5D64191-1D3B-4811-AB57-F3CD37A2EC10}" type="presParOf" srcId="{0FEADDF9-22DE-4ABE-9A94-B7F34D54DB81}" destId="{F7887B23-031A-4659-8B32-25E4015E5D47}" srcOrd="0" destOrd="0" presId="urn:microsoft.com/office/officeart/2018/2/layout/IconCircleList"/>
    <dgm:cxn modelId="{4041256C-DF16-4E7F-86F1-4C32C4E16019}" type="presParOf" srcId="{0FEADDF9-22DE-4ABE-9A94-B7F34D54DB81}" destId="{EFDA0D57-0FAD-4B0C-88C3-1FD0900A71B5}" srcOrd="1" destOrd="0" presId="urn:microsoft.com/office/officeart/2018/2/layout/IconCircleList"/>
    <dgm:cxn modelId="{E6AA2773-6B49-4219-9E9E-649832D63F3C}" type="presParOf" srcId="{0FEADDF9-22DE-4ABE-9A94-B7F34D54DB81}" destId="{57526AE8-3EE4-4F15-BF4F-3C8CB43A2D2D}" srcOrd="2" destOrd="0" presId="urn:microsoft.com/office/officeart/2018/2/layout/IconCircleList"/>
    <dgm:cxn modelId="{5FE95CA4-9EB6-49EA-BE49-9E6A010D111E}" type="presParOf" srcId="{0FEADDF9-22DE-4ABE-9A94-B7F34D54DB81}" destId="{D9D3B154-1B7D-4187-B802-CC7FC4D84E5E}" srcOrd="3" destOrd="0" presId="urn:microsoft.com/office/officeart/2018/2/layout/IconCircleList"/>
    <dgm:cxn modelId="{26DE6412-8DC4-4437-BECC-1BBBF2E367AD}" type="presParOf" srcId="{B928C983-8B12-400A-BFD7-E389011E540B}" destId="{A82DF01E-7584-44B9-A533-6A9F82E94602}" srcOrd="3" destOrd="0" presId="urn:microsoft.com/office/officeart/2018/2/layout/IconCircleList"/>
    <dgm:cxn modelId="{FC382B14-C4FE-4F05-B194-997F2BE57E90}" type="presParOf" srcId="{B928C983-8B12-400A-BFD7-E389011E540B}" destId="{6B8BF4AA-5E0A-45E1-B9C4-209FA0FEAA89}" srcOrd="4" destOrd="0" presId="urn:microsoft.com/office/officeart/2018/2/layout/IconCircleList"/>
    <dgm:cxn modelId="{A2FB21F0-8260-40FE-827E-CAD8DB878EEE}" type="presParOf" srcId="{6B8BF4AA-5E0A-45E1-B9C4-209FA0FEAA89}" destId="{F8A665FC-75D8-411D-AA0F-57A69FB8701F}" srcOrd="0" destOrd="0" presId="urn:microsoft.com/office/officeart/2018/2/layout/IconCircleList"/>
    <dgm:cxn modelId="{C41AF344-C6C7-4231-B4F2-D33DA23E95D3}" type="presParOf" srcId="{6B8BF4AA-5E0A-45E1-B9C4-209FA0FEAA89}" destId="{42F852E0-83C3-4AB5-93AD-BBCF5B678195}" srcOrd="1" destOrd="0" presId="urn:microsoft.com/office/officeart/2018/2/layout/IconCircleList"/>
    <dgm:cxn modelId="{4C1F321F-7984-4327-9740-42CECD5C38A5}" type="presParOf" srcId="{6B8BF4AA-5E0A-45E1-B9C4-209FA0FEAA89}" destId="{E456A034-3817-4CD4-8A0B-832913B0046A}" srcOrd="2" destOrd="0" presId="urn:microsoft.com/office/officeart/2018/2/layout/IconCircleList"/>
    <dgm:cxn modelId="{2B41DFF2-E127-41B4-8EDF-4AFCB17BFCA5}" type="presParOf" srcId="{6B8BF4AA-5E0A-45E1-B9C4-209FA0FEAA89}" destId="{A4BE69E7-524F-43D2-BEC4-26CF542A21C1}" srcOrd="3" destOrd="0" presId="urn:microsoft.com/office/officeart/2018/2/layout/IconCircleList"/>
    <dgm:cxn modelId="{1AAAAD1F-B2F5-46FA-BF4A-78977BD299A5}" type="presParOf" srcId="{B928C983-8B12-400A-BFD7-E389011E540B}" destId="{B3E0DA69-1400-435A-A5AB-A6D2A9CC6F0B}" srcOrd="5" destOrd="0" presId="urn:microsoft.com/office/officeart/2018/2/layout/IconCircleList"/>
    <dgm:cxn modelId="{10E8EFCB-F329-479F-9B06-7C46F27A7DF5}" type="presParOf" srcId="{B928C983-8B12-400A-BFD7-E389011E540B}" destId="{B549DFB0-95DD-4E9D-9FE2-0AB323CE02AD}" srcOrd="6" destOrd="0" presId="urn:microsoft.com/office/officeart/2018/2/layout/IconCircleList"/>
    <dgm:cxn modelId="{33678D8C-ADDA-4543-85AE-D3FD45D73EE8}" type="presParOf" srcId="{B549DFB0-95DD-4E9D-9FE2-0AB323CE02AD}" destId="{54019ACC-4F6B-49C0-9E22-09E7DD349802}" srcOrd="0" destOrd="0" presId="urn:microsoft.com/office/officeart/2018/2/layout/IconCircleList"/>
    <dgm:cxn modelId="{8B586FF3-32DE-48C3-9716-8C58C3D0D6A4}" type="presParOf" srcId="{B549DFB0-95DD-4E9D-9FE2-0AB323CE02AD}" destId="{B22D98B1-18C4-4D4E-9ED4-A3EDFC08E6D7}" srcOrd="1" destOrd="0" presId="urn:microsoft.com/office/officeart/2018/2/layout/IconCircleList"/>
    <dgm:cxn modelId="{FAA1918A-9729-4ABF-9662-446499B87DCE}" type="presParOf" srcId="{B549DFB0-95DD-4E9D-9FE2-0AB323CE02AD}" destId="{B0A35940-3634-47FD-8DF7-FE4EF83827AA}" srcOrd="2" destOrd="0" presId="urn:microsoft.com/office/officeart/2018/2/layout/IconCircleList"/>
    <dgm:cxn modelId="{B706376C-E9EF-43CE-984D-4BD0E6495689}" type="presParOf" srcId="{B549DFB0-95DD-4E9D-9FE2-0AB323CE02AD}" destId="{E36E519E-CCA4-4783-A9BF-1DE270DB92BA}" srcOrd="3" destOrd="0" presId="urn:microsoft.com/office/officeart/2018/2/layout/IconCircleList"/>
    <dgm:cxn modelId="{F1920D9D-5176-4469-BF03-AF4FD06C1468}" type="presParOf" srcId="{B928C983-8B12-400A-BFD7-E389011E540B}" destId="{4F316158-5D61-43B7-89C4-EB14AD5A7722}" srcOrd="7" destOrd="0" presId="urn:microsoft.com/office/officeart/2018/2/layout/IconCircleList"/>
    <dgm:cxn modelId="{8CFE50CF-10E4-4B6F-89CF-8B6C83F7847E}" type="presParOf" srcId="{B928C983-8B12-400A-BFD7-E389011E540B}" destId="{80AF5C84-5E8A-4486-970B-4E6410344968}" srcOrd="8" destOrd="0" presId="urn:microsoft.com/office/officeart/2018/2/layout/IconCircleList"/>
    <dgm:cxn modelId="{32F38E08-5FD6-4A2A-B33A-E170767225F1}" type="presParOf" srcId="{80AF5C84-5E8A-4486-970B-4E6410344968}" destId="{311929B7-5A78-42C1-A143-229FFE21E723}" srcOrd="0" destOrd="0" presId="urn:microsoft.com/office/officeart/2018/2/layout/IconCircleList"/>
    <dgm:cxn modelId="{41D280AB-AD44-4003-A033-56414B8B44FA}" type="presParOf" srcId="{80AF5C84-5E8A-4486-970B-4E6410344968}" destId="{89753E20-E90E-4D2C-982D-42CA71A325CB}" srcOrd="1" destOrd="0" presId="urn:microsoft.com/office/officeart/2018/2/layout/IconCircleList"/>
    <dgm:cxn modelId="{848283CB-0404-4550-A568-33D80763A8B8}" type="presParOf" srcId="{80AF5C84-5E8A-4486-970B-4E6410344968}" destId="{B5A881C7-90F7-4BDD-8FCF-10B0569F75DB}" srcOrd="2" destOrd="0" presId="urn:microsoft.com/office/officeart/2018/2/layout/IconCircleList"/>
    <dgm:cxn modelId="{F8D55A8B-2565-484A-88F3-827E7489B317}" type="presParOf" srcId="{80AF5C84-5E8A-4486-970B-4E6410344968}" destId="{511312C4-6797-49B9-B027-1D6110CF915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7F30214-174E-4E03-9CCE-3E85B10FDDC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25DEA5-D76C-43DF-B03B-D30CCE04FB5A}">
      <dgm:prSet phldr="0"/>
      <dgm:spPr/>
      <dgm:t>
        <a:bodyPr/>
        <a:lstStyle/>
        <a:p>
          <a:r>
            <a:rPr lang="en-US" b="0" dirty="0">
              <a:solidFill>
                <a:schemeClr val="bg1"/>
              </a:solidFill>
            </a:rPr>
            <a:t>The lifelike nature of generated characters makes distinguishing between real and fake information challenging.</a:t>
          </a:r>
          <a:r>
            <a:rPr lang="en-US" b="0" dirty="0">
              <a:solidFill>
                <a:schemeClr val="bg1"/>
              </a:solidFill>
              <a:latin typeface="The Serif Hand Black"/>
            </a:rPr>
            <a:t> </a:t>
          </a:r>
          <a:endParaRPr lang="en-US" dirty="0">
            <a:solidFill>
              <a:schemeClr val="bg1"/>
            </a:solidFill>
            <a:latin typeface="The Serif Hand Black"/>
          </a:endParaRPr>
        </a:p>
      </dgm:t>
    </dgm:pt>
    <dgm:pt modelId="{9CDA4D4A-AE77-409E-BFE1-83C9D4E4CFC4}" type="parTrans" cxnId="{573640D6-7F29-4A71-8EB8-0FAAF5100B5B}">
      <dgm:prSet/>
      <dgm:spPr/>
      <dgm:t>
        <a:bodyPr/>
        <a:lstStyle/>
        <a:p>
          <a:endParaRPr lang="en-US"/>
        </a:p>
      </dgm:t>
    </dgm:pt>
    <dgm:pt modelId="{FD549376-80AE-4F89-A048-7175C77DEE7C}" type="sibTrans" cxnId="{573640D6-7F29-4A71-8EB8-0FAAF5100B5B}">
      <dgm:prSet/>
      <dgm:spPr/>
      <dgm:t>
        <a:bodyPr/>
        <a:lstStyle/>
        <a:p>
          <a:endParaRPr lang="en-US"/>
        </a:p>
      </dgm:t>
    </dgm:pt>
    <dgm:pt modelId="{B3BB51CB-F7AE-447B-A67B-B88C73150C51}">
      <dgm:prSet phldr="0"/>
      <dgm:spPr/>
      <dgm:t>
        <a:bodyPr/>
        <a:lstStyle/>
        <a:p>
          <a:r>
            <a:rPr lang="en-US" b="0" dirty="0">
              <a:solidFill>
                <a:schemeClr val="bg1"/>
              </a:solidFill>
            </a:rPr>
            <a:t>Virtual characters could potentially be exploited by cyber criminals </a:t>
          </a:r>
          <a:endParaRPr lang="en-US" dirty="0">
            <a:solidFill>
              <a:schemeClr val="bg1"/>
            </a:solidFill>
          </a:endParaRPr>
        </a:p>
      </dgm:t>
    </dgm:pt>
    <dgm:pt modelId="{B16A6725-956A-4DFD-916C-7A91DC100F7D}" type="parTrans" cxnId="{68ACAAFF-5776-4060-B562-CEA174C6B64C}">
      <dgm:prSet/>
      <dgm:spPr/>
      <dgm:t>
        <a:bodyPr/>
        <a:lstStyle/>
        <a:p>
          <a:endParaRPr lang="en-US"/>
        </a:p>
      </dgm:t>
    </dgm:pt>
    <dgm:pt modelId="{594C2B34-D64C-43B5-A94B-46891C73D370}" type="sibTrans" cxnId="{68ACAAFF-5776-4060-B562-CEA174C6B64C}">
      <dgm:prSet/>
      <dgm:spPr/>
      <dgm:t>
        <a:bodyPr/>
        <a:lstStyle/>
        <a:p>
          <a:endParaRPr lang="en-US"/>
        </a:p>
      </dgm:t>
    </dgm:pt>
    <dgm:pt modelId="{7EB0B3DA-602B-4350-BDC6-579A038C29A8}" type="pres">
      <dgm:prSet presAssocID="{57F30214-174E-4E03-9CCE-3E85B10FDDCC}" presName="diagram" presStyleCnt="0">
        <dgm:presLayoutVars>
          <dgm:dir/>
          <dgm:resizeHandles val="exact"/>
        </dgm:presLayoutVars>
      </dgm:prSet>
      <dgm:spPr/>
    </dgm:pt>
    <dgm:pt modelId="{CB9EF74D-AFA2-41B4-80E6-D3119FF9EDBA}" type="pres">
      <dgm:prSet presAssocID="{4525DEA5-D76C-43DF-B03B-D30CCE04FB5A}" presName="node" presStyleLbl="node1" presStyleIdx="0" presStyleCnt="2">
        <dgm:presLayoutVars>
          <dgm:bulletEnabled val="1"/>
        </dgm:presLayoutVars>
      </dgm:prSet>
      <dgm:spPr/>
    </dgm:pt>
    <dgm:pt modelId="{F0BB1793-3463-41C9-BDFD-E325EA7FC9E6}" type="pres">
      <dgm:prSet presAssocID="{FD549376-80AE-4F89-A048-7175C77DEE7C}" presName="sibTrans" presStyleCnt="0"/>
      <dgm:spPr/>
    </dgm:pt>
    <dgm:pt modelId="{C2EB7FD9-89FC-4601-BBD0-5A83D3E2BEE2}" type="pres">
      <dgm:prSet presAssocID="{B3BB51CB-F7AE-447B-A67B-B88C73150C51}" presName="node" presStyleLbl="node1" presStyleIdx="1" presStyleCnt="2">
        <dgm:presLayoutVars>
          <dgm:bulletEnabled val="1"/>
        </dgm:presLayoutVars>
      </dgm:prSet>
      <dgm:spPr/>
    </dgm:pt>
  </dgm:ptLst>
  <dgm:cxnLst>
    <dgm:cxn modelId="{AB03B400-673C-4565-97CF-0CAC548A7249}" type="presOf" srcId="{B3BB51CB-F7AE-447B-A67B-B88C73150C51}" destId="{C2EB7FD9-89FC-4601-BBD0-5A83D3E2BEE2}" srcOrd="0" destOrd="0" presId="urn:microsoft.com/office/officeart/2005/8/layout/default"/>
    <dgm:cxn modelId="{7D5A98BC-2D2C-42CE-BAA6-2F8A1DE9E5E9}" type="presOf" srcId="{57F30214-174E-4E03-9CCE-3E85B10FDDCC}" destId="{7EB0B3DA-602B-4350-BDC6-579A038C29A8}" srcOrd="0" destOrd="0" presId="urn:microsoft.com/office/officeart/2005/8/layout/default"/>
    <dgm:cxn modelId="{573640D6-7F29-4A71-8EB8-0FAAF5100B5B}" srcId="{57F30214-174E-4E03-9CCE-3E85B10FDDCC}" destId="{4525DEA5-D76C-43DF-B03B-D30CCE04FB5A}" srcOrd="0" destOrd="0" parTransId="{9CDA4D4A-AE77-409E-BFE1-83C9D4E4CFC4}" sibTransId="{FD549376-80AE-4F89-A048-7175C77DEE7C}"/>
    <dgm:cxn modelId="{CA6667DD-A0DD-44E6-9B4A-B93F25317B14}" type="presOf" srcId="{4525DEA5-D76C-43DF-B03B-D30CCE04FB5A}" destId="{CB9EF74D-AFA2-41B4-80E6-D3119FF9EDBA}" srcOrd="0" destOrd="0" presId="urn:microsoft.com/office/officeart/2005/8/layout/default"/>
    <dgm:cxn modelId="{68ACAAFF-5776-4060-B562-CEA174C6B64C}" srcId="{57F30214-174E-4E03-9CCE-3E85B10FDDCC}" destId="{B3BB51CB-F7AE-447B-A67B-B88C73150C51}" srcOrd="1" destOrd="0" parTransId="{B16A6725-956A-4DFD-916C-7A91DC100F7D}" sibTransId="{594C2B34-D64C-43B5-A94B-46891C73D370}"/>
    <dgm:cxn modelId="{CD26B320-B8FD-4237-B525-03A1E4E15380}" type="presParOf" srcId="{7EB0B3DA-602B-4350-BDC6-579A038C29A8}" destId="{CB9EF74D-AFA2-41B4-80E6-D3119FF9EDBA}" srcOrd="0" destOrd="0" presId="urn:microsoft.com/office/officeart/2005/8/layout/default"/>
    <dgm:cxn modelId="{54D93673-FD48-45F6-8AB0-53806E45CF68}" type="presParOf" srcId="{7EB0B3DA-602B-4350-BDC6-579A038C29A8}" destId="{F0BB1793-3463-41C9-BDFD-E325EA7FC9E6}" srcOrd="1" destOrd="0" presId="urn:microsoft.com/office/officeart/2005/8/layout/default"/>
    <dgm:cxn modelId="{27C03153-F68A-44D8-A95D-21FDAFC08A9C}" type="presParOf" srcId="{7EB0B3DA-602B-4350-BDC6-579A038C29A8}" destId="{C2EB7FD9-89FC-4601-BBD0-5A83D3E2BEE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8528DD0-F786-4C66-AECE-42DF5E07F1F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C38EF3-D69C-4A21-85F0-BA6D104CD646}">
      <dgm:prSet phldr="0"/>
      <dgm:spPr>
        <a:solidFill>
          <a:srgbClr val="4A66AC"/>
        </a:solidFill>
      </dgm:spPr>
      <dgm:t>
        <a:bodyPr/>
        <a:lstStyle/>
        <a:p>
          <a:pPr rtl="0"/>
          <a:r>
            <a:rPr lang="en" dirty="0">
              <a:latin typeface="Arial"/>
              <a:cs typeface="Arial"/>
            </a:rPr>
            <a:t>Falsely attributing human thought processes and emotions to AI</a:t>
          </a:r>
          <a:endParaRPr lang="en-US" dirty="0">
            <a:latin typeface="Arial"/>
            <a:cs typeface="Arial"/>
          </a:endParaRPr>
        </a:p>
      </dgm:t>
    </dgm:pt>
    <dgm:pt modelId="{2B7568D8-B5B8-4B8B-B2BD-BF8F0D174A23}" type="parTrans" cxnId="{D55550E6-8921-4129-9860-D18AF6209574}">
      <dgm:prSet/>
      <dgm:spPr/>
      <dgm:t>
        <a:bodyPr/>
        <a:lstStyle/>
        <a:p>
          <a:endParaRPr lang="en-US"/>
        </a:p>
      </dgm:t>
    </dgm:pt>
    <dgm:pt modelId="{9B3A56EB-06F9-496D-864C-BD0B0777A5A1}" type="sibTrans" cxnId="{D55550E6-8921-4129-9860-D18AF6209574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45124DC7-0B38-4E82-97E4-E24547B480A7}">
      <dgm:prSet phldr="0"/>
      <dgm:spPr>
        <a:solidFill>
          <a:srgbClr val="4A66AC"/>
        </a:solidFill>
      </dgm:spPr>
      <dgm:t>
        <a:bodyPr/>
        <a:lstStyle/>
        <a:p>
          <a:r>
            <a:rPr lang="en" dirty="0">
              <a:latin typeface="Arial"/>
              <a:cs typeface="Arial"/>
            </a:rPr>
            <a:t>Believing that the AI is more intelligent than it is, capable of complex reasoning and problem-solving</a:t>
          </a:r>
          <a:endParaRPr lang="en-US" dirty="0">
            <a:latin typeface="Arial"/>
            <a:cs typeface="Arial"/>
          </a:endParaRPr>
        </a:p>
      </dgm:t>
    </dgm:pt>
    <dgm:pt modelId="{6F3F474A-A6C6-4FC4-AB7F-2F1D1E55557C}" type="parTrans" cxnId="{3AFC3866-3D12-4621-99EC-108264E46FE4}">
      <dgm:prSet/>
      <dgm:spPr/>
      <dgm:t>
        <a:bodyPr/>
        <a:lstStyle/>
        <a:p>
          <a:endParaRPr lang="en-US"/>
        </a:p>
      </dgm:t>
    </dgm:pt>
    <dgm:pt modelId="{9BC3A93D-484A-4CF4-8CE2-FBA825E0DB75}" type="sibTrans" cxnId="{3AFC3866-3D12-4621-99EC-108264E46FE4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266C3819-FBE8-41C6-A240-E01647D20653}">
      <dgm:prSet phldr="0"/>
      <dgm:spPr>
        <a:solidFill>
          <a:srgbClr val="4A66AC"/>
        </a:solidFill>
      </dgm:spPr>
      <dgm:t>
        <a:bodyPr/>
        <a:lstStyle/>
        <a:p>
          <a:r>
            <a:rPr lang="en">
              <a:latin typeface="Arial"/>
              <a:cs typeface="Arial"/>
            </a:rPr>
            <a:t>Forming emotional connections with the AI</a:t>
          </a:r>
          <a:endParaRPr lang="en-US">
            <a:latin typeface="Arial"/>
            <a:cs typeface="Arial"/>
          </a:endParaRPr>
        </a:p>
      </dgm:t>
    </dgm:pt>
    <dgm:pt modelId="{50B599E3-9F79-4868-B7D6-7D6820B7914F}" type="parTrans" cxnId="{BD09F5D0-A85D-43CE-AD32-9A6E33D00916}">
      <dgm:prSet/>
      <dgm:spPr/>
      <dgm:t>
        <a:bodyPr/>
        <a:lstStyle/>
        <a:p>
          <a:endParaRPr lang="en-US"/>
        </a:p>
      </dgm:t>
    </dgm:pt>
    <dgm:pt modelId="{ACF7A0CC-7C35-400A-9E5B-92ECA956D8ED}" type="sibTrans" cxnId="{BD09F5D0-A85D-43CE-AD32-9A6E33D00916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99916A5E-6EB8-4893-A03C-19199ECC8B1F}">
      <dgm:prSet phldr="0"/>
      <dgm:spPr/>
      <dgm:t>
        <a:bodyPr/>
        <a:lstStyle/>
        <a:p>
          <a:r>
            <a:rPr lang="en">
              <a:latin typeface="Arial"/>
              <a:cs typeface="Arial"/>
            </a:rPr>
            <a:t>Assuming that the AI's outputs reflects an emotional intelligence or connection</a:t>
          </a:r>
          <a:endParaRPr lang="en-US">
            <a:latin typeface="Arial"/>
            <a:cs typeface="Arial"/>
          </a:endParaRPr>
        </a:p>
      </dgm:t>
    </dgm:pt>
    <dgm:pt modelId="{C94FE037-E4CC-4A5D-9E25-E3731522E3C8}" type="parTrans" cxnId="{E1664AE5-D0CA-4B15-97BE-BBFB8C96B8FC}">
      <dgm:prSet/>
      <dgm:spPr/>
      <dgm:t>
        <a:bodyPr/>
        <a:lstStyle/>
        <a:p>
          <a:endParaRPr lang="en-US"/>
        </a:p>
      </dgm:t>
    </dgm:pt>
    <dgm:pt modelId="{42B5CDAC-3DB8-43BD-81A5-93753B5753C2}" type="sibTrans" cxnId="{E1664AE5-D0CA-4B15-97BE-BBFB8C96B8FC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906B27B9-B506-4C1C-A4D6-3C5A6A5E60BD}">
      <dgm:prSet phldr="0"/>
      <dgm:spPr/>
      <dgm:t>
        <a:bodyPr/>
        <a:lstStyle/>
        <a:p>
          <a:r>
            <a:rPr lang="en">
              <a:latin typeface="Arial"/>
              <a:cs typeface="Arial"/>
            </a:rPr>
            <a:t>Projecting human traits onto the AI. Someone interacting with a chatbot may unconsciously assume an AI's behavior is similar to human behavior </a:t>
          </a:r>
          <a:endParaRPr lang="en-US">
            <a:latin typeface="Arial"/>
            <a:cs typeface="Arial"/>
          </a:endParaRPr>
        </a:p>
      </dgm:t>
    </dgm:pt>
    <dgm:pt modelId="{0C77BC36-0BAE-4CD2-845D-D00CCAFD3670}" type="parTrans" cxnId="{1BCA13BC-F051-4C32-8D60-9264A4931857}">
      <dgm:prSet/>
      <dgm:spPr/>
      <dgm:t>
        <a:bodyPr/>
        <a:lstStyle/>
        <a:p>
          <a:endParaRPr lang="en-US"/>
        </a:p>
      </dgm:t>
    </dgm:pt>
    <dgm:pt modelId="{4E59363A-5045-4F4D-A9AB-DB4F0FDEA378}" type="sibTrans" cxnId="{1BCA13BC-F051-4C32-8D60-9264A4931857}">
      <dgm:prSet/>
      <dgm:spPr/>
      <dgm:t>
        <a:bodyPr/>
        <a:lstStyle/>
        <a:p>
          <a:endParaRPr lang="en-US"/>
        </a:p>
      </dgm:t>
    </dgm:pt>
    <dgm:pt modelId="{7AF90B2C-343D-436C-A226-71A8A03193CD}" type="pres">
      <dgm:prSet presAssocID="{88528DD0-F786-4C66-AECE-42DF5E07F1FE}" presName="Name0" presStyleCnt="0">
        <dgm:presLayoutVars>
          <dgm:dir/>
          <dgm:resizeHandles val="exact"/>
        </dgm:presLayoutVars>
      </dgm:prSet>
      <dgm:spPr/>
    </dgm:pt>
    <dgm:pt modelId="{4BA732FD-09FF-4086-B5CD-D3919B37E6A2}" type="pres">
      <dgm:prSet presAssocID="{ABC38EF3-D69C-4A21-85F0-BA6D104CD646}" presName="node" presStyleLbl="node1" presStyleIdx="0" presStyleCnt="5">
        <dgm:presLayoutVars>
          <dgm:bulletEnabled val="1"/>
        </dgm:presLayoutVars>
      </dgm:prSet>
      <dgm:spPr/>
    </dgm:pt>
    <dgm:pt modelId="{6D5F1FC1-EBE0-4EEE-B94D-BB62D8CDB280}" type="pres">
      <dgm:prSet presAssocID="{9B3A56EB-06F9-496D-864C-BD0B0777A5A1}" presName="sibTrans" presStyleLbl="sibTrans1D1" presStyleIdx="0" presStyleCnt="4"/>
      <dgm:spPr/>
    </dgm:pt>
    <dgm:pt modelId="{4F81DC17-D810-4A03-B228-5350A917A186}" type="pres">
      <dgm:prSet presAssocID="{9B3A56EB-06F9-496D-864C-BD0B0777A5A1}" presName="connectorText" presStyleLbl="sibTrans1D1" presStyleIdx="0" presStyleCnt="4"/>
      <dgm:spPr/>
    </dgm:pt>
    <dgm:pt modelId="{6DB06D3F-D80A-437F-8C05-FC6B4E068A66}" type="pres">
      <dgm:prSet presAssocID="{45124DC7-0B38-4E82-97E4-E24547B480A7}" presName="node" presStyleLbl="node1" presStyleIdx="1" presStyleCnt="5">
        <dgm:presLayoutVars>
          <dgm:bulletEnabled val="1"/>
        </dgm:presLayoutVars>
      </dgm:prSet>
      <dgm:spPr>
        <a:solidFill>
          <a:schemeClr val="accent3">
            <a:lumMod val="75000"/>
          </a:schemeClr>
        </a:solidFill>
      </dgm:spPr>
    </dgm:pt>
    <dgm:pt modelId="{7B6670BE-3BF0-4BC4-8069-D535FD347269}" type="pres">
      <dgm:prSet presAssocID="{9BC3A93D-484A-4CF4-8CE2-FBA825E0DB75}" presName="sibTrans" presStyleLbl="sibTrans1D1" presStyleIdx="1" presStyleCnt="4"/>
      <dgm:spPr/>
    </dgm:pt>
    <dgm:pt modelId="{2023F472-272C-46BC-8B4D-8A138259F367}" type="pres">
      <dgm:prSet presAssocID="{9BC3A93D-484A-4CF4-8CE2-FBA825E0DB75}" presName="connectorText" presStyleLbl="sibTrans1D1" presStyleIdx="1" presStyleCnt="4"/>
      <dgm:spPr/>
    </dgm:pt>
    <dgm:pt modelId="{6E6A3674-2B87-4844-87D6-CC33E0E3856E}" type="pres">
      <dgm:prSet presAssocID="{266C3819-FBE8-41C6-A240-E01647D20653}" presName="node" presStyleLbl="node1" presStyleIdx="2" presStyleCnt="5">
        <dgm:presLayoutVars>
          <dgm:bulletEnabled val="1"/>
        </dgm:presLayoutVars>
      </dgm:prSet>
      <dgm:spPr/>
    </dgm:pt>
    <dgm:pt modelId="{8F529EA8-11A9-4DF0-A41A-5A39BC5DAD03}" type="pres">
      <dgm:prSet presAssocID="{ACF7A0CC-7C35-400A-9E5B-92ECA956D8ED}" presName="sibTrans" presStyleLbl="sibTrans1D1" presStyleIdx="2" presStyleCnt="4"/>
      <dgm:spPr/>
    </dgm:pt>
    <dgm:pt modelId="{8D54B073-6327-4DA4-84BF-883BD10A646F}" type="pres">
      <dgm:prSet presAssocID="{ACF7A0CC-7C35-400A-9E5B-92ECA956D8ED}" presName="connectorText" presStyleLbl="sibTrans1D1" presStyleIdx="2" presStyleCnt="4"/>
      <dgm:spPr/>
    </dgm:pt>
    <dgm:pt modelId="{F0736DE7-87F8-41F4-BED8-27B62E9BFED4}" type="pres">
      <dgm:prSet presAssocID="{99916A5E-6EB8-4893-A03C-19199ECC8B1F}" presName="node" presStyleLbl="node1" presStyleIdx="3" presStyleCnt="5">
        <dgm:presLayoutVars>
          <dgm:bulletEnabled val="1"/>
        </dgm:presLayoutVars>
      </dgm:prSet>
      <dgm:spPr/>
    </dgm:pt>
    <dgm:pt modelId="{BAE14B61-A1CF-4478-BA95-76712BE63D76}" type="pres">
      <dgm:prSet presAssocID="{42B5CDAC-3DB8-43BD-81A5-93753B5753C2}" presName="sibTrans" presStyleLbl="sibTrans1D1" presStyleIdx="3" presStyleCnt="4"/>
      <dgm:spPr/>
    </dgm:pt>
    <dgm:pt modelId="{307A1677-F57E-4C2A-B06E-8FA368D01228}" type="pres">
      <dgm:prSet presAssocID="{42B5CDAC-3DB8-43BD-81A5-93753B5753C2}" presName="connectorText" presStyleLbl="sibTrans1D1" presStyleIdx="3" presStyleCnt="4"/>
      <dgm:spPr/>
    </dgm:pt>
    <dgm:pt modelId="{56DC3B9C-3470-4493-946A-20564877A5E6}" type="pres">
      <dgm:prSet presAssocID="{906B27B9-B506-4C1C-A4D6-3C5A6A5E60BD}" presName="node" presStyleLbl="node1" presStyleIdx="4" presStyleCnt="5">
        <dgm:presLayoutVars>
          <dgm:bulletEnabled val="1"/>
        </dgm:presLayoutVars>
      </dgm:prSet>
      <dgm:spPr/>
    </dgm:pt>
  </dgm:ptLst>
  <dgm:cxnLst>
    <dgm:cxn modelId="{BA7B5E00-CD4B-493F-93CB-AE16C13CB6DD}" type="presOf" srcId="{9BC3A93D-484A-4CF4-8CE2-FBA825E0DB75}" destId="{7B6670BE-3BF0-4BC4-8069-D535FD347269}" srcOrd="0" destOrd="0" presId="urn:microsoft.com/office/officeart/2016/7/layout/RepeatingBendingProcessNew"/>
    <dgm:cxn modelId="{BA81E40A-CEC9-47B1-8B04-D9D3E0673F14}" type="presOf" srcId="{266C3819-FBE8-41C6-A240-E01647D20653}" destId="{6E6A3674-2B87-4844-87D6-CC33E0E3856E}" srcOrd="0" destOrd="0" presId="urn:microsoft.com/office/officeart/2016/7/layout/RepeatingBendingProcessNew"/>
    <dgm:cxn modelId="{B5F95B16-7BC5-40D5-9C14-575D2502993C}" type="presOf" srcId="{45124DC7-0B38-4E82-97E4-E24547B480A7}" destId="{6DB06D3F-D80A-437F-8C05-FC6B4E068A66}" srcOrd="0" destOrd="0" presId="urn:microsoft.com/office/officeart/2016/7/layout/RepeatingBendingProcessNew"/>
    <dgm:cxn modelId="{1AB2B324-C6E4-4988-95F2-A2C4E8D86D07}" type="presOf" srcId="{906B27B9-B506-4C1C-A4D6-3C5A6A5E60BD}" destId="{56DC3B9C-3470-4493-946A-20564877A5E6}" srcOrd="0" destOrd="0" presId="urn:microsoft.com/office/officeart/2016/7/layout/RepeatingBendingProcessNew"/>
    <dgm:cxn modelId="{3AFC3866-3D12-4621-99EC-108264E46FE4}" srcId="{88528DD0-F786-4C66-AECE-42DF5E07F1FE}" destId="{45124DC7-0B38-4E82-97E4-E24547B480A7}" srcOrd="1" destOrd="0" parTransId="{6F3F474A-A6C6-4FC4-AB7F-2F1D1E55557C}" sibTransId="{9BC3A93D-484A-4CF4-8CE2-FBA825E0DB75}"/>
    <dgm:cxn modelId="{1D0A4966-2551-4E3C-A9E9-B42EED498264}" type="presOf" srcId="{9BC3A93D-484A-4CF4-8CE2-FBA825E0DB75}" destId="{2023F472-272C-46BC-8B4D-8A138259F367}" srcOrd="1" destOrd="0" presId="urn:microsoft.com/office/officeart/2016/7/layout/RepeatingBendingProcessNew"/>
    <dgm:cxn modelId="{F5B98F6B-6A5E-49B5-BC06-5169D48F202A}" type="presOf" srcId="{9B3A56EB-06F9-496D-864C-BD0B0777A5A1}" destId="{6D5F1FC1-EBE0-4EEE-B94D-BB62D8CDB280}" srcOrd="0" destOrd="0" presId="urn:microsoft.com/office/officeart/2016/7/layout/RepeatingBendingProcessNew"/>
    <dgm:cxn modelId="{0835CE8E-AC64-4F11-96C0-114A8FFF49F9}" type="presOf" srcId="{9B3A56EB-06F9-496D-864C-BD0B0777A5A1}" destId="{4F81DC17-D810-4A03-B228-5350A917A186}" srcOrd="1" destOrd="0" presId="urn:microsoft.com/office/officeart/2016/7/layout/RepeatingBendingProcessNew"/>
    <dgm:cxn modelId="{1BCA13BC-F051-4C32-8D60-9264A4931857}" srcId="{88528DD0-F786-4C66-AECE-42DF5E07F1FE}" destId="{906B27B9-B506-4C1C-A4D6-3C5A6A5E60BD}" srcOrd="4" destOrd="0" parTransId="{0C77BC36-0BAE-4CD2-845D-D00CCAFD3670}" sibTransId="{4E59363A-5045-4F4D-A9AB-DB4F0FDEA378}"/>
    <dgm:cxn modelId="{AFAF70CB-E7D0-48EE-AA57-3C1B41B2F688}" type="presOf" srcId="{ACF7A0CC-7C35-400A-9E5B-92ECA956D8ED}" destId="{8D54B073-6327-4DA4-84BF-883BD10A646F}" srcOrd="1" destOrd="0" presId="urn:microsoft.com/office/officeart/2016/7/layout/RepeatingBendingProcessNew"/>
    <dgm:cxn modelId="{BD09F5D0-A85D-43CE-AD32-9A6E33D00916}" srcId="{88528DD0-F786-4C66-AECE-42DF5E07F1FE}" destId="{266C3819-FBE8-41C6-A240-E01647D20653}" srcOrd="2" destOrd="0" parTransId="{50B599E3-9F79-4868-B7D6-7D6820B7914F}" sibTransId="{ACF7A0CC-7C35-400A-9E5B-92ECA956D8ED}"/>
    <dgm:cxn modelId="{55A0B8D2-331E-415A-ADD8-6058E951D3A0}" type="presOf" srcId="{ABC38EF3-D69C-4A21-85F0-BA6D104CD646}" destId="{4BA732FD-09FF-4086-B5CD-D3919B37E6A2}" srcOrd="0" destOrd="0" presId="urn:microsoft.com/office/officeart/2016/7/layout/RepeatingBendingProcessNew"/>
    <dgm:cxn modelId="{C321E0D8-ADCA-4EC0-ACC5-289507E02E66}" type="presOf" srcId="{ACF7A0CC-7C35-400A-9E5B-92ECA956D8ED}" destId="{8F529EA8-11A9-4DF0-A41A-5A39BC5DAD03}" srcOrd="0" destOrd="0" presId="urn:microsoft.com/office/officeart/2016/7/layout/RepeatingBendingProcessNew"/>
    <dgm:cxn modelId="{7D5F87E3-FBB8-41C5-B835-55625BE7BCC1}" type="presOf" srcId="{42B5CDAC-3DB8-43BD-81A5-93753B5753C2}" destId="{BAE14B61-A1CF-4478-BA95-76712BE63D76}" srcOrd="0" destOrd="0" presId="urn:microsoft.com/office/officeart/2016/7/layout/RepeatingBendingProcessNew"/>
    <dgm:cxn modelId="{716E3BE4-6E8B-4B51-8BCC-8276F8EEADB5}" type="presOf" srcId="{42B5CDAC-3DB8-43BD-81A5-93753B5753C2}" destId="{307A1677-F57E-4C2A-B06E-8FA368D01228}" srcOrd="1" destOrd="0" presId="urn:microsoft.com/office/officeart/2016/7/layout/RepeatingBendingProcessNew"/>
    <dgm:cxn modelId="{E1664AE5-D0CA-4B15-97BE-BBFB8C96B8FC}" srcId="{88528DD0-F786-4C66-AECE-42DF5E07F1FE}" destId="{99916A5E-6EB8-4893-A03C-19199ECC8B1F}" srcOrd="3" destOrd="0" parTransId="{C94FE037-E4CC-4A5D-9E25-E3731522E3C8}" sibTransId="{42B5CDAC-3DB8-43BD-81A5-93753B5753C2}"/>
    <dgm:cxn modelId="{D55550E6-8921-4129-9860-D18AF6209574}" srcId="{88528DD0-F786-4C66-AECE-42DF5E07F1FE}" destId="{ABC38EF3-D69C-4A21-85F0-BA6D104CD646}" srcOrd="0" destOrd="0" parTransId="{2B7568D8-B5B8-4B8B-B2BD-BF8F0D174A23}" sibTransId="{9B3A56EB-06F9-496D-864C-BD0B0777A5A1}"/>
    <dgm:cxn modelId="{234220E8-B17F-4A20-8A85-D38519D88E99}" type="presOf" srcId="{99916A5E-6EB8-4893-A03C-19199ECC8B1F}" destId="{F0736DE7-87F8-41F4-BED8-27B62E9BFED4}" srcOrd="0" destOrd="0" presId="urn:microsoft.com/office/officeart/2016/7/layout/RepeatingBendingProcessNew"/>
    <dgm:cxn modelId="{526F5CF4-9D41-4ECD-B575-605C7796EFEE}" type="presOf" srcId="{88528DD0-F786-4C66-AECE-42DF5E07F1FE}" destId="{7AF90B2C-343D-436C-A226-71A8A03193CD}" srcOrd="0" destOrd="0" presId="urn:microsoft.com/office/officeart/2016/7/layout/RepeatingBendingProcessNew"/>
    <dgm:cxn modelId="{29F23B4D-A44E-47D6-BE2D-D6E00CA9B698}" type="presParOf" srcId="{7AF90B2C-343D-436C-A226-71A8A03193CD}" destId="{4BA732FD-09FF-4086-B5CD-D3919B37E6A2}" srcOrd="0" destOrd="0" presId="urn:microsoft.com/office/officeart/2016/7/layout/RepeatingBendingProcessNew"/>
    <dgm:cxn modelId="{AC5ADE17-5A0E-41E6-86F2-3AD3792686B7}" type="presParOf" srcId="{7AF90B2C-343D-436C-A226-71A8A03193CD}" destId="{6D5F1FC1-EBE0-4EEE-B94D-BB62D8CDB280}" srcOrd="1" destOrd="0" presId="urn:microsoft.com/office/officeart/2016/7/layout/RepeatingBendingProcessNew"/>
    <dgm:cxn modelId="{751DFA2C-3F8D-442F-820D-134801D133A9}" type="presParOf" srcId="{6D5F1FC1-EBE0-4EEE-B94D-BB62D8CDB280}" destId="{4F81DC17-D810-4A03-B228-5350A917A186}" srcOrd="0" destOrd="0" presId="urn:microsoft.com/office/officeart/2016/7/layout/RepeatingBendingProcessNew"/>
    <dgm:cxn modelId="{2145ED1D-851E-4F22-8019-91EA8ED932A5}" type="presParOf" srcId="{7AF90B2C-343D-436C-A226-71A8A03193CD}" destId="{6DB06D3F-D80A-437F-8C05-FC6B4E068A66}" srcOrd="2" destOrd="0" presId="urn:microsoft.com/office/officeart/2016/7/layout/RepeatingBendingProcessNew"/>
    <dgm:cxn modelId="{297A7DC7-C3BA-4D48-81BF-E0FCF21D8D8D}" type="presParOf" srcId="{7AF90B2C-343D-436C-A226-71A8A03193CD}" destId="{7B6670BE-3BF0-4BC4-8069-D535FD347269}" srcOrd="3" destOrd="0" presId="urn:microsoft.com/office/officeart/2016/7/layout/RepeatingBendingProcessNew"/>
    <dgm:cxn modelId="{3387C8EA-81D3-4134-9620-605CC75BFC69}" type="presParOf" srcId="{7B6670BE-3BF0-4BC4-8069-D535FD347269}" destId="{2023F472-272C-46BC-8B4D-8A138259F367}" srcOrd="0" destOrd="0" presId="urn:microsoft.com/office/officeart/2016/7/layout/RepeatingBendingProcessNew"/>
    <dgm:cxn modelId="{988B3B31-2CDA-4326-AC9C-36A07451128B}" type="presParOf" srcId="{7AF90B2C-343D-436C-A226-71A8A03193CD}" destId="{6E6A3674-2B87-4844-87D6-CC33E0E3856E}" srcOrd="4" destOrd="0" presId="urn:microsoft.com/office/officeart/2016/7/layout/RepeatingBendingProcessNew"/>
    <dgm:cxn modelId="{8F5F1DC4-0C81-4FB3-84B9-917C5267ECA3}" type="presParOf" srcId="{7AF90B2C-343D-436C-A226-71A8A03193CD}" destId="{8F529EA8-11A9-4DF0-A41A-5A39BC5DAD03}" srcOrd="5" destOrd="0" presId="urn:microsoft.com/office/officeart/2016/7/layout/RepeatingBendingProcessNew"/>
    <dgm:cxn modelId="{025F6B0D-27D3-484E-BEB7-CC4A985D38DE}" type="presParOf" srcId="{8F529EA8-11A9-4DF0-A41A-5A39BC5DAD03}" destId="{8D54B073-6327-4DA4-84BF-883BD10A646F}" srcOrd="0" destOrd="0" presId="urn:microsoft.com/office/officeart/2016/7/layout/RepeatingBendingProcessNew"/>
    <dgm:cxn modelId="{AA9F1703-DDDB-40EA-9C5B-5D7CDEE6891E}" type="presParOf" srcId="{7AF90B2C-343D-436C-A226-71A8A03193CD}" destId="{F0736DE7-87F8-41F4-BED8-27B62E9BFED4}" srcOrd="6" destOrd="0" presId="urn:microsoft.com/office/officeart/2016/7/layout/RepeatingBendingProcessNew"/>
    <dgm:cxn modelId="{C80B8597-663C-498F-9B36-30E068DAA98D}" type="presParOf" srcId="{7AF90B2C-343D-436C-A226-71A8A03193CD}" destId="{BAE14B61-A1CF-4478-BA95-76712BE63D76}" srcOrd="7" destOrd="0" presId="urn:microsoft.com/office/officeart/2016/7/layout/RepeatingBendingProcessNew"/>
    <dgm:cxn modelId="{CB7DEA72-97F3-4E1F-86C1-A28B434D834F}" type="presParOf" srcId="{BAE14B61-A1CF-4478-BA95-76712BE63D76}" destId="{307A1677-F57E-4C2A-B06E-8FA368D01228}" srcOrd="0" destOrd="0" presId="urn:microsoft.com/office/officeart/2016/7/layout/RepeatingBendingProcessNew"/>
    <dgm:cxn modelId="{7518B261-FA80-462E-86A6-B645DD4DC863}" type="presParOf" srcId="{7AF90B2C-343D-436C-A226-71A8A03193CD}" destId="{56DC3B9C-3470-4493-946A-20564877A5E6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A9B003E-4AEB-450E-8D79-BB40BE5988C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5D3996-58AC-4A95-940D-89A356CB296B}">
      <dgm:prSet phldr="0" custT="1"/>
      <dgm:spPr>
        <a:solidFill>
          <a:schemeClr val="bg1"/>
        </a:solidFill>
      </dgm:spPr>
      <dgm:t>
        <a:bodyPr/>
        <a:lstStyle/>
        <a:p>
          <a:r>
            <a:rPr lang="en-US" sz="3200" b="0" dirty="0">
              <a:solidFill>
                <a:srgbClr val="4A66AC"/>
              </a:solidFill>
              <a:latin typeface="+mn-lt"/>
            </a:rPr>
            <a:t>Seek professional help for mental issues</a:t>
          </a:r>
        </a:p>
      </dgm:t>
    </dgm:pt>
    <dgm:pt modelId="{26A9DDFA-9399-45FD-ACB1-9C1A76F58B3D}" type="parTrans" cxnId="{9D724E0C-C708-4D12-BAC4-872C43370EE7}">
      <dgm:prSet/>
      <dgm:spPr/>
      <dgm:t>
        <a:bodyPr/>
        <a:lstStyle/>
        <a:p>
          <a:endParaRPr lang="en-US"/>
        </a:p>
      </dgm:t>
    </dgm:pt>
    <dgm:pt modelId="{82DCAB6B-8B3D-4316-8A94-0FE60AF8E5C3}" type="sibTrans" cxnId="{9D724E0C-C708-4D12-BAC4-872C43370EE7}">
      <dgm:prSet/>
      <dgm:spPr/>
      <dgm:t>
        <a:bodyPr/>
        <a:lstStyle/>
        <a:p>
          <a:endParaRPr lang="en-US"/>
        </a:p>
      </dgm:t>
    </dgm:pt>
    <dgm:pt modelId="{E6DE5561-9300-4824-BDE6-A76EDBE71D77}">
      <dgm:prSet phldr="0" custT="1"/>
      <dgm:spPr>
        <a:solidFill>
          <a:schemeClr val="bg1"/>
        </a:solidFill>
      </dgm:spPr>
      <dgm:t>
        <a:bodyPr/>
        <a:lstStyle/>
        <a:p>
          <a:r>
            <a:rPr lang="en-US" sz="3200" b="0" dirty="0">
              <a:solidFill>
                <a:srgbClr val="4A66AC"/>
              </a:solidFill>
              <a:latin typeface="+mn-lt"/>
            </a:rPr>
            <a:t>Don’t ignore the dangers because a chatbot assistant conversations seem harmless or cute. REMEMBER a chatbot is created by a corporate entity which has an agenda.</a:t>
          </a:r>
        </a:p>
      </dgm:t>
    </dgm:pt>
    <dgm:pt modelId="{93483A10-4DDD-423E-B528-C9BB07D39A77}" type="parTrans" cxnId="{45403A63-AF74-432B-B498-DBFA6E950199}">
      <dgm:prSet/>
      <dgm:spPr/>
      <dgm:t>
        <a:bodyPr/>
        <a:lstStyle/>
        <a:p>
          <a:endParaRPr lang="en-US"/>
        </a:p>
      </dgm:t>
    </dgm:pt>
    <dgm:pt modelId="{3570656F-4E59-4B36-AA7F-F92849FDD17A}" type="sibTrans" cxnId="{45403A63-AF74-432B-B498-DBFA6E950199}">
      <dgm:prSet/>
      <dgm:spPr/>
      <dgm:t>
        <a:bodyPr/>
        <a:lstStyle/>
        <a:p>
          <a:endParaRPr lang="en-US"/>
        </a:p>
      </dgm:t>
    </dgm:pt>
    <dgm:pt modelId="{108C415D-70F3-483B-943E-A7A5A3DF8DEE}">
      <dgm:prSet phldr="0" custT="1"/>
      <dgm:spPr>
        <a:solidFill>
          <a:schemeClr val="bg1"/>
        </a:solidFill>
      </dgm:spPr>
      <dgm:t>
        <a:bodyPr/>
        <a:lstStyle/>
        <a:p>
          <a:r>
            <a:rPr lang="en-US" sz="3200" b="0" dirty="0">
              <a:solidFill>
                <a:srgbClr val="4A66AC"/>
              </a:solidFill>
              <a:latin typeface="+mn-lt"/>
            </a:rPr>
            <a:t>STAY informed on popular apps such as character.AI, Replika, Pygmalion AI, &amp; Chai and be aware of the potential for misuse</a:t>
          </a:r>
        </a:p>
      </dgm:t>
    </dgm:pt>
    <dgm:pt modelId="{FE62F19A-253F-450B-B639-2CF9D26ACA11}" type="parTrans" cxnId="{7039C7C0-7748-4ADC-9A60-F6FA1C09CB32}">
      <dgm:prSet/>
      <dgm:spPr/>
      <dgm:t>
        <a:bodyPr/>
        <a:lstStyle/>
        <a:p>
          <a:endParaRPr lang="en-US"/>
        </a:p>
      </dgm:t>
    </dgm:pt>
    <dgm:pt modelId="{BDA8A021-10F7-4925-B216-71BAC48F44E0}" type="sibTrans" cxnId="{7039C7C0-7748-4ADC-9A60-F6FA1C09CB32}">
      <dgm:prSet/>
      <dgm:spPr/>
      <dgm:t>
        <a:bodyPr/>
        <a:lstStyle/>
        <a:p>
          <a:endParaRPr lang="en-US"/>
        </a:p>
      </dgm:t>
    </dgm:pt>
    <dgm:pt modelId="{6471E871-1E82-4959-B42C-7CFE5FD54FA8}">
      <dgm:prSet phldr="0" custT="1"/>
      <dgm:spPr>
        <a:solidFill>
          <a:schemeClr val="bg1"/>
        </a:solidFill>
      </dgm:spPr>
      <dgm:t>
        <a:bodyPr/>
        <a:lstStyle/>
        <a:p>
          <a:r>
            <a:rPr lang="en-US" sz="3200" b="0" dirty="0">
              <a:solidFill>
                <a:srgbClr val="4A66AC"/>
              </a:solidFill>
              <a:latin typeface="+mn-lt"/>
            </a:rPr>
            <a:t>KNOW the symptoms of mental duress which include anxiety, depression, &amp; withdrawing</a:t>
          </a:r>
        </a:p>
      </dgm:t>
    </dgm:pt>
    <dgm:pt modelId="{7A28A7AE-00BB-4160-AFC2-B0A2811401B4}" type="sibTrans" cxnId="{CC97417C-9E35-478E-8EAB-C9F65127C4FD}">
      <dgm:prSet/>
      <dgm:spPr/>
      <dgm:t>
        <a:bodyPr/>
        <a:lstStyle/>
        <a:p>
          <a:endParaRPr lang="en-US"/>
        </a:p>
      </dgm:t>
    </dgm:pt>
    <dgm:pt modelId="{35D6447A-5C71-4B35-9F4F-FBCACA3ADAEA}" type="parTrans" cxnId="{CC97417C-9E35-478E-8EAB-C9F65127C4FD}">
      <dgm:prSet/>
      <dgm:spPr/>
      <dgm:t>
        <a:bodyPr/>
        <a:lstStyle/>
        <a:p>
          <a:endParaRPr lang="en-US"/>
        </a:p>
      </dgm:t>
    </dgm:pt>
    <dgm:pt modelId="{A75840FD-B0A5-4E9F-8A5A-CA7808B567B6}">
      <dgm:prSet phldr="0" custT="1"/>
      <dgm:spPr>
        <a:solidFill>
          <a:schemeClr val="bg1"/>
        </a:solidFill>
      </dgm:spPr>
      <dgm:t>
        <a:bodyPr/>
        <a:lstStyle/>
        <a:p>
          <a:r>
            <a:rPr lang="en-US" sz="3200" b="0" dirty="0">
              <a:solidFill>
                <a:srgbClr val="4A66AC"/>
              </a:solidFill>
              <a:latin typeface="+mn-lt"/>
            </a:rPr>
            <a:t>Aware of the ELIZA Effect &amp; set boundaries.</a:t>
          </a:r>
        </a:p>
      </dgm:t>
    </dgm:pt>
    <dgm:pt modelId="{71D80C05-C4AE-4947-BEA6-737EF0AE2C2C}" type="sibTrans" cxnId="{5391F592-D7DF-4AAD-A806-77C6D5B9DB89}">
      <dgm:prSet/>
      <dgm:spPr/>
      <dgm:t>
        <a:bodyPr/>
        <a:lstStyle/>
        <a:p>
          <a:endParaRPr lang="en-US"/>
        </a:p>
      </dgm:t>
    </dgm:pt>
    <dgm:pt modelId="{08ADDA14-29DE-45AC-9BE9-E880680C432F}" type="parTrans" cxnId="{5391F592-D7DF-4AAD-A806-77C6D5B9DB89}">
      <dgm:prSet/>
      <dgm:spPr/>
      <dgm:t>
        <a:bodyPr/>
        <a:lstStyle/>
        <a:p>
          <a:endParaRPr lang="en-US"/>
        </a:p>
      </dgm:t>
    </dgm:pt>
    <dgm:pt modelId="{A8153456-E67B-4D4C-80D1-D68112E8F58C}">
      <dgm:prSet phldr="0" custT="1"/>
      <dgm:spPr>
        <a:solidFill>
          <a:schemeClr val="bg1"/>
        </a:solidFill>
      </dgm:spPr>
      <dgm:t>
        <a:bodyPr/>
        <a:lstStyle/>
        <a:p>
          <a:r>
            <a:rPr lang="en-US" sz="3200" b="0" dirty="0">
              <a:solidFill>
                <a:srgbClr val="4A66AC"/>
              </a:solidFill>
              <a:latin typeface="+mn-lt"/>
            </a:rPr>
            <a:t>Watch! AI Companions may compound existing mental health challenges</a:t>
          </a:r>
        </a:p>
      </dgm:t>
    </dgm:pt>
    <dgm:pt modelId="{FFE5031D-AFE1-4ACE-910F-CD1300962B49}" type="sibTrans" cxnId="{D14A305F-F5F5-496E-BA21-64A693513309}">
      <dgm:prSet/>
      <dgm:spPr/>
      <dgm:t>
        <a:bodyPr/>
        <a:lstStyle/>
        <a:p>
          <a:endParaRPr lang="en-US"/>
        </a:p>
      </dgm:t>
    </dgm:pt>
    <dgm:pt modelId="{EBB77F1F-D641-40C9-8394-5D67ED94E707}" type="parTrans" cxnId="{D14A305F-F5F5-496E-BA21-64A693513309}">
      <dgm:prSet/>
      <dgm:spPr/>
      <dgm:t>
        <a:bodyPr/>
        <a:lstStyle/>
        <a:p>
          <a:endParaRPr lang="en-US"/>
        </a:p>
      </dgm:t>
    </dgm:pt>
    <dgm:pt modelId="{618A8AF4-176F-47E8-A652-D575DB77AE1B}" type="pres">
      <dgm:prSet presAssocID="{CA9B003E-4AEB-450E-8D79-BB40BE5988CD}" presName="vert0" presStyleCnt="0">
        <dgm:presLayoutVars>
          <dgm:dir/>
          <dgm:animOne val="branch"/>
          <dgm:animLvl val="lvl"/>
        </dgm:presLayoutVars>
      </dgm:prSet>
      <dgm:spPr/>
    </dgm:pt>
    <dgm:pt modelId="{FADBFB55-8924-4B39-81F2-C65587F9352E}" type="pres">
      <dgm:prSet presAssocID="{A75840FD-B0A5-4E9F-8A5A-CA7808B567B6}" presName="thickLine" presStyleLbl="alignNode1" presStyleIdx="0" presStyleCnt="6"/>
      <dgm:spPr/>
    </dgm:pt>
    <dgm:pt modelId="{A1D6E214-53C0-4075-A228-21608A8218A7}" type="pres">
      <dgm:prSet presAssocID="{A75840FD-B0A5-4E9F-8A5A-CA7808B567B6}" presName="horz1" presStyleCnt="0"/>
      <dgm:spPr/>
    </dgm:pt>
    <dgm:pt modelId="{7ACC8D6C-0848-46C6-83DE-C8E642E8E89B}" type="pres">
      <dgm:prSet presAssocID="{A75840FD-B0A5-4E9F-8A5A-CA7808B567B6}" presName="tx1" presStyleLbl="revTx" presStyleIdx="0" presStyleCnt="6" custScaleY="196497" custLinFactNeighborX="410" custLinFactNeighborY="16867"/>
      <dgm:spPr/>
    </dgm:pt>
    <dgm:pt modelId="{A6932390-250D-430B-BD02-7526C9415305}" type="pres">
      <dgm:prSet presAssocID="{A75840FD-B0A5-4E9F-8A5A-CA7808B567B6}" presName="vert1" presStyleCnt="0"/>
      <dgm:spPr/>
    </dgm:pt>
    <dgm:pt modelId="{E47699C9-2EEB-4A32-80C2-18AEA95C36B7}" type="pres">
      <dgm:prSet presAssocID="{A8153456-E67B-4D4C-80D1-D68112E8F58C}" presName="thickLine" presStyleLbl="alignNode1" presStyleIdx="1" presStyleCnt="6"/>
      <dgm:spPr/>
    </dgm:pt>
    <dgm:pt modelId="{B03A6892-7646-4EA2-9E68-485322C8E7EF}" type="pres">
      <dgm:prSet presAssocID="{A8153456-E67B-4D4C-80D1-D68112E8F58C}" presName="horz1" presStyleCnt="0"/>
      <dgm:spPr/>
    </dgm:pt>
    <dgm:pt modelId="{AE2B0E08-57EA-420E-B86F-0198BD9FEC41}" type="pres">
      <dgm:prSet presAssocID="{A8153456-E67B-4D4C-80D1-D68112E8F58C}" presName="tx1" presStyleLbl="revTx" presStyleIdx="1" presStyleCnt="6" custScaleY="204858"/>
      <dgm:spPr/>
    </dgm:pt>
    <dgm:pt modelId="{F9C79813-DF61-4BD3-9C28-F838FC7CD0B8}" type="pres">
      <dgm:prSet presAssocID="{A8153456-E67B-4D4C-80D1-D68112E8F58C}" presName="vert1" presStyleCnt="0"/>
      <dgm:spPr/>
    </dgm:pt>
    <dgm:pt modelId="{95D90B11-6CE3-49DC-B4AD-20BEB3D0A2D6}" type="pres">
      <dgm:prSet presAssocID="{6471E871-1E82-4959-B42C-7CFE5FD54FA8}" presName="thickLine" presStyleLbl="alignNode1" presStyleIdx="2" presStyleCnt="6"/>
      <dgm:spPr/>
    </dgm:pt>
    <dgm:pt modelId="{A53A8C18-276E-40CF-873E-75DAD143A409}" type="pres">
      <dgm:prSet presAssocID="{6471E871-1E82-4959-B42C-7CFE5FD54FA8}" presName="horz1" presStyleCnt="0"/>
      <dgm:spPr/>
    </dgm:pt>
    <dgm:pt modelId="{2CD7FC32-2F8A-45B6-A3E1-0C3121F48D30}" type="pres">
      <dgm:prSet presAssocID="{6471E871-1E82-4959-B42C-7CFE5FD54FA8}" presName="tx1" presStyleLbl="revTx" presStyleIdx="2" presStyleCnt="6" custScaleY="204004"/>
      <dgm:spPr/>
    </dgm:pt>
    <dgm:pt modelId="{100F0ED4-1AA3-4286-9631-A7F5C3787233}" type="pres">
      <dgm:prSet presAssocID="{6471E871-1E82-4959-B42C-7CFE5FD54FA8}" presName="vert1" presStyleCnt="0"/>
      <dgm:spPr/>
    </dgm:pt>
    <dgm:pt modelId="{0CE3EE4F-9463-4BCF-9E9D-09887267E9F2}" type="pres">
      <dgm:prSet presAssocID="{7B5D3996-58AC-4A95-940D-89A356CB296B}" presName="thickLine" presStyleLbl="alignNode1" presStyleIdx="3" presStyleCnt="6"/>
      <dgm:spPr/>
    </dgm:pt>
    <dgm:pt modelId="{6F2340BD-5A4E-4007-9E83-FA0A47D5C4F3}" type="pres">
      <dgm:prSet presAssocID="{7B5D3996-58AC-4A95-940D-89A356CB296B}" presName="horz1" presStyleCnt="0"/>
      <dgm:spPr/>
    </dgm:pt>
    <dgm:pt modelId="{A40C0D8B-BE4F-4AB4-81D3-173310EA9F81}" type="pres">
      <dgm:prSet presAssocID="{7B5D3996-58AC-4A95-940D-89A356CB296B}" presName="tx1" presStyleLbl="revTx" presStyleIdx="3" presStyleCnt="6" custScaleY="200591"/>
      <dgm:spPr/>
    </dgm:pt>
    <dgm:pt modelId="{BD87E81C-69DC-4A81-90E0-0DCA6543A955}" type="pres">
      <dgm:prSet presAssocID="{7B5D3996-58AC-4A95-940D-89A356CB296B}" presName="vert1" presStyleCnt="0"/>
      <dgm:spPr/>
    </dgm:pt>
    <dgm:pt modelId="{E056C67C-AB93-4B7F-A722-1B729C7C6196}" type="pres">
      <dgm:prSet presAssocID="{E6DE5561-9300-4824-BDE6-A76EDBE71D77}" presName="thickLine" presStyleLbl="alignNode1" presStyleIdx="4" presStyleCnt="6"/>
      <dgm:spPr/>
    </dgm:pt>
    <dgm:pt modelId="{90617CED-BB9C-4330-858C-3C8EE76995B8}" type="pres">
      <dgm:prSet presAssocID="{E6DE5561-9300-4824-BDE6-A76EDBE71D77}" presName="horz1" presStyleCnt="0"/>
      <dgm:spPr/>
    </dgm:pt>
    <dgm:pt modelId="{E6C97E6A-17E5-4A42-A986-D0EBF6BD7AC4}" type="pres">
      <dgm:prSet presAssocID="{E6DE5561-9300-4824-BDE6-A76EDBE71D77}" presName="tx1" presStyleLbl="revTx" presStyleIdx="4" presStyleCnt="6" custScaleY="344472"/>
      <dgm:spPr/>
    </dgm:pt>
    <dgm:pt modelId="{B96594DA-8C81-4225-AE12-168766030F0E}" type="pres">
      <dgm:prSet presAssocID="{E6DE5561-9300-4824-BDE6-A76EDBE71D77}" presName="vert1" presStyleCnt="0"/>
      <dgm:spPr/>
    </dgm:pt>
    <dgm:pt modelId="{F5209FAF-9E42-41E4-8784-E089E2C1B086}" type="pres">
      <dgm:prSet presAssocID="{108C415D-70F3-483B-943E-A7A5A3DF8DEE}" presName="thickLine" presStyleLbl="alignNode1" presStyleIdx="5" presStyleCnt="6"/>
      <dgm:spPr/>
    </dgm:pt>
    <dgm:pt modelId="{A19BFF7D-7449-4C26-8AAF-87C60D7560EE}" type="pres">
      <dgm:prSet presAssocID="{108C415D-70F3-483B-943E-A7A5A3DF8DEE}" presName="horz1" presStyleCnt="0"/>
      <dgm:spPr/>
    </dgm:pt>
    <dgm:pt modelId="{FAE96718-9786-4901-819A-5A82AFD4EC4B}" type="pres">
      <dgm:prSet presAssocID="{108C415D-70F3-483B-943E-A7A5A3DF8DEE}" presName="tx1" presStyleLbl="revTx" presStyleIdx="5" presStyleCnt="6" custScaleY="248636"/>
      <dgm:spPr/>
    </dgm:pt>
    <dgm:pt modelId="{F174D181-B581-41E2-A0FA-6EB26CE5C2A9}" type="pres">
      <dgm:prSet presAssocID="{108C415D-70F3-483B-943E-A7A5A3DF8DEE}" presName="vert1" presStyleCnt="0"/>
      <dgm:spPr/>
    </dgm:pt>
  </dgm:ptLst>
  <dgm:cxnLst>
    <dgm:cxn modelId="{9D724E0C-C708-4D12-BAC4-872C43370EE7}" srcId="{CA9B003E-4AEB-450E-8D79-BB40BE5988CD}" destId="{7B5D3996-58AC-4A95-940D-89A356CB296B}" srcOrd="3" destOrd="0" parTransId="{26A9DDFA-9399-45FD-ACB1-9C1A76F58B3D}" sibTransId="{82DCAB6B-8B3D-4316-8A94-0FE60AF8E5C3}"/>
    <dgm:cxn modelId="{D14A305F-F5F5-496E-BA21-64A693513309}" srcId="{CA9B003E-4AEB-450E-8D79-BB40BE5988CD}" destId="{A8153456-E67B-4D4C-80D1-D68112E8F58C}" srcOrd="1" destOrd="0" parTransId="{EBB77F1F-D641-40C9-8394-5D67ED94E707}" sibTransId="{FFE5031D-AFE1-4ACE-910F-CD1300962B49}"/>
    <dgm:cxn modelId="{45403A63-AF74-432B-B498-DBFA6E950199}" srcId="{CA9B003E-4AEB-450E-8D79-BB40BE5988CD}" destId="{E6DE5561-9300-4824-BDE6-A76EDBE71D77}" srcOrd="4" destOrd="0" parTransId="{93483A10-4DDD-423E-B528-C9BB07D39A77}" sibTransId="{3570656F-4E59-4B36-AA7F-F92849FDD17A}"/>
    <dgm:cxn modelId="{8BDE6069-ADE1-46EE-8C12-2F2FBCAC25F8}" type="presOf" srcId="{108C415D-70F3-483B-943E-A7A5A3DF8DEE}" destId="{FAE96718-9786-4901-819A-5A82AFD4EC4B}" srcOrd="0" destOrd="0" presId="urn:microsoft.com/office/officeart/2008/layout/LinedList"/>
    <dgm:cxn modelId="{30A6356A-DA89-4DDE-9787-A2484AEFF790}" type="presOf" srcId="{A75840FD-B0A5-4E9F-8A5A-CA7808B567B6}" destId="{7ACC8D6C-0848-46C6-83DE-C8E642E8E89B}" srcOrd="0" destOrd="0" presId="urn:microsoft.com/office/officeart/2008/layout/LinedList"/>
    <dgm:cxn modelId="{CC97417C-9E35-478E-8EAB-C9F65127C4FD}" srcId="{CA9B003E-4AEB-450E-8D79-BB40BE5988CD}" destId="{6471E871-1E82-4959-B42C-7CFE5FD54FA8}" srcOrd="2" destOrd="0" parTransId="{35D6447A-5C71-4B35-9F4F-FBCACA3ADAEA}" sibTransId="{7A28A7AE-00BB-4160-AFC2-B0A2811401B4}"/>
    <dgm:cxn modelId="{5391F592-D7DF-4AAD-A806-77C6D5B9DB89}" srcId="{CA9B003E-4AEB-450E-8D79-BB40BE5988CD}" destId="{A75840FD-B0A5-4E9F-8A5A-CA7808B567B6}" srcOrd="0" destOrd="0" parTransId="{08ADDA14-29DE-45AC-9BE9-E880680C432F}" sibTransId="{71D80C05-C4AE-4947-BEA6-737EF0AE2C2C}"/>
    <dgm:cxn modelId="{515645AC-F868-4C83-96C7-F404BB32BF56}" type="presOf" srcId="{7B5D3996-58AC-4A95-940D-89A356CB296B}" destId="{A40C0D8B-BE4F-4AB4-81D3-173310EA9F81}" srcOrd="0" destOrd="0" presId="urn:microsoft.com/office/officeart/2008/layout/LinedList"/>
    <dgm:cxn modelId="{A83DCEB4-F28D-441B-89B1-46E92C7E758C}" type="presOf" srcId="{6471E871-1E82-4959-B42C-7CFE5FD54FA8}" destId="{2CD7FC32-2F8A-45B6-A3E1-0C3121F48D30}" srcOrd="0" destOrd="0" presId="urn:microsoft.com/office/officeart/2008/layout/LinedList"/>
    <dgm:cxn modelId="{7039C7C0-7748-4ADC-9A60-F6FA1C09CB32}" srcId="{CA9B003E-4AEB-450E-8D79-BB40BE5988CD}" destId="{108C415D-70F3-483B-943E-A7A5A3DF8DEE}" srcOrd="5" destOrd="0" parTransId="{FE62F19A-253F-450B-B639-2CF9D26ACA11}" sibTransId="{BDA8A021-10F7-4925-B216-71BAC48F44E0}"/>
    <dgm:cxn modelId="{36B7C8C7-956C-4971-B27D-CAEE4970462D}" type="presOf" srcId="{CA9B003E-4AEB-450E-8D79-BB40BE5988CD}" destId="{618A8AF4-176F-47E8-A652-D575DB77AE1B}" srcOrd="0" destOrd="0" presId="urn:microsoft.com/office/officeart/2008/layout/LinedList"/>
    <dgm:cxn modelId="{C5818DD5-D855-4362-9461-9C019BCA5455}" type="presOf" srcId="{E6DE5561-9300-4824-BDE6-A76EDBE71D77}" destId="{E6C97E6A-17E5-4A42-A986-D0EBF6BD7AC4}" srcOrd="0" destOrd="0" presId="urn:microsoft.com/office/officeart/2008/layout/LinedList"/>
    <dgm:cxn modelId="{A1E42AEA-3FDD-45F0-8029-5D5407244BD7}" type="presOf" srcId="{A8153456-E67B-4D4C-80D1-D68112E8F58C}" destId="{AE2B0E08-57EA-420E-B86F-0198BD9FEC41}" srcOrd="0" destOrd="0" presId="urn:microsoft.com/office/officeart/2008/layout/LinedList"/>
    <dgm:cxn modelId="{8B53765F-0961-46D4-9F2F-702C763C826D}" type="presParOf" srcId="{618A8AF4-176F-47E8-A652-D575DB77AE1B}" destId="{FADBFB55-8924-4B39-81F2-C65587F9352E}" srcOrd="0" destOrd="0" presId="urn:microsoft.com/office/officeart/2008/layout/LinedList"/>
    <dgm:cxn modelId="{B8E716E9-FB1E-4B58-99C3-9AF5896C5266}" type="presParOf" srcId="{618A8AF4-176F-47E8-A652-D575DB77AE1B}" destId="{A1D6E214-53C0-4075-A228-21608A8218A7}" srcOrd="1" destOrd="0" presId="urn:microsoft.com/office/officeart/2008/layout/LinedList"/>
    <dgm:cxn modelId="{DCC40741-590D-4957-8C3B-748FCFCF88BB}" type="presParOf" srcId="{A1D6E214-53C0-4075-A228-21608A8218A7}" destId="{7ACC8D6C-0848-46C6-83DE-C8E642E8E89B}" srcOrd="0" destOrd="0" presId="urn:microsoft.com/office/officeart/2008/layout/LinedList"/>
    <dgm:cxn modelId="{236235C0-4E63-4A5C-ADDB-C69CBD2C4C1A}" type="presParOf" srcId="{A1D6E214-53C0-4075-A228-21608A8218A7}" destId="{A6932390-250D-430B-BD02-7526C9415305}" srcOrd="1" destOrd="0" presId="urn:microsoft.com/office/officeart/2008/layout/LinedList"/>
    <dgm:cxn modelId="{20512756-D497-48AA-BA37-5812698F5120}" type="presParOf" srcId="{618A8AF4-176F-47E8-A652-D575DB77AE1B}" destId="{E47699C9-2EEB-4A32-80C2-18AEA95C36B7}" srcOrd="2" destOrd="0" presId="urn:microsoft.com/office/officeart/2008/layout/LinedList"/>
    <dgm:cxn modelId="{F45F3861-6C6A-4EA0-A3AB-173FD27EEA07}" type="presParOf" srcId="{618A8AF4-176F-47E8-A652-D575DB77AE1B}" destId="{B03A6892-7646-4EA2-9E68-485322C8E7EF}" srcOrd="3" destOrd="0" presId="urn:microsoft.com/office/officeart/2008/layout/LinedList"/>
    <dgm:cxn modelId="{54E7B096-B620-46CE-826F-5BB54C68B2F5}" type="presParOf" srcId="{B03A6892-7646-4EA2-9E68-485322C8E7EF}" destId="{AE2B0E08-57EA-420E-B86F-0198BD9FEC41}" srcOrd="0" destOrd="0" presId="urn:microsoft.com/office/officeart/2008/layout/LinedList"/>
    <dgm:cxn modelId="{3B92E8B5-D90F-4E3B-A1BA-AAFB889D24ED}" type="presParOf" srcId="{B03A6892-7646-4EA2-9E68-485322C8E7EF}" destId="{F9C79813-DF61-4BD3-9C28-F838FC7CD0B8}" srcOrd="1" destOrd="0" presId="urn:microsoft.com/office/officeart/2008/layout/LinedList"/>
    <dgm:cxn modelId="{BD9A93B8-6973-4DCC-B451-46D84D282C07}" type="presParOf" srcId="{618A8AF4-176F-47E8-A652-D575DB77AE1B}" destId="{95D90B11-6CE3-49DC-B4AD-20BEB3D0A2D6}" srcOrd="4" destOrd="0" presId="urn:microsoft.com/office/officeart/2008/layout/LinedList"/>
    <dgm:cxn modelId="{687C697B-B7B8-4B5D-8787-D3697B07E13A}" type="presParOf" srcId="{618A8AF4-176F-47E8-A652-D575DB77AE1B}" destId="{A53A8C18-276E-40CF-873E-75DAD143A409}" srcOrd="5" destOrd="0" presId="urn:microsoft.com/office/officeart/2008/layout/LinedList"/>
    <dgm:cxn modelId="{F7771D42-36D8-41B2-989B-DD6CAFC757DD}" type="presParOf" srcId="{A53A8C18-276E-40CF-873E-75DAD143A409}" destId="{2CD7FC32-2F8A-45B6-A3E1-0C3121F48D30}" srcOrd="0" destOrd="0" presId="urn:microsoft.com/office/officeart/2008/layout/LinedList"/>
    <dgm:cxn modelId="{DF8C1779-5187-45FC-9649-C3C49AD3F7CA}" type="presParOf" srcId="{A53A8C18-276E-40CF-873E-75DAD143A409}" destId="{100F0ED4-1AA3-4286-9631-A7F5C3787233}" srcOrd="1" destOrd="0" presId="urn:microsoft.com/office/officeart/2008/layout/LinedList"/>
    <dgm:cxn modelId="{66A495F3-4D3D-41EA-B2C9-00AFCCD97F92}" type="presParOf" srcId="{618A8AF4-176F-47E8-A652-D575DB77AE1B}" destId="{0CE3EE4F-9463-4BCF-9E9D-09887267E9F2}" srcOrd="6" destOrd="0" presId="urn:microsoft.com/office/officeart/2008/layout/LinedList"/>
    <dgm:cxn modelId="{5C503F34-60FB-477B-8774-D0F8FF79ADD9}" type="presParOf" srcId="{618A8AF4-176F-47E8-A652-D575DB77AE1B}" destId="{6F2340BD-5A4E-4007-9E83-FA0A47D5C4F3}" srcOrd="7" destOrd="0" presId="urn:microsoft.com/office/officeart/2008/layout/LinedList"/>
    <dgm:cxn modelId="{E76CA1E1-5205-4190-9388-6EDF769B346E}" type="presParOf" srcId="{6F2340BD-5A4E-4007-9E83-FA0A47D5C4F3}" destId="{A40C0D8B-BE4F-4AB4-81D3-173310EA9F81}" srcOrd="0" destOrd="0" presId="urn:microsoft.com/office/officeart/2008/layout/LinedList"/>
    <dgm:cxn modelId="{99165D15-F0B5-46E5-879B-B7CE8FF67D50}" type="presParOf" srcId="{6F2340BD-5A4E-4007-9E83-FA0A47D5C4F3}" destId="{BD87E81C-69DC-4A81-90E0-0DCA6543A955}" srcOrd="1" destOrd="0" presId="urn:microsoft.com/office/officeart/2008/layout/LinedList"/>
    <dgm:cxn modelId="{C14274F1-40A5-4822-A2AB-2988B0E2EBD2}" type="presParOf" srcId="{618A8AF4-176F-47E8-A652-D575DB77AE1B}" destId="{E056C67C-AB93-4B7F-A722-1B729C7C6196}" srcOrd="8" destOrd="0" presId="urn:microsoft.com/office/officeart/2008/layout/LinedList"/>
    <dgm:cxn modelId="{EC61EDBD-80C7-45C8-8DAD-0D571FBA4DC8}" type="presParOf" srcId="{618A8AF4-176F-47E8-A652-D575DB77AE1B}" destId="{90617CED-BB9C-4330-858C-3C8EE76995B8}" srcOrd="9" destOrd="0" presId="urn:microsoft.com/office/officeart/2008/layout/LinedList"/>
    <dgm:cxn modelId="{B6048E51-AF4A-4852-95BA-4783ACDD0A94}" type="presParOf" srcId="{90617CED-BB9C-4330-858C-3C8EE76995B8}" destId="{E6C97E6A-17E5-4A42-A986-D0EBF6BD7AC4}" srcOrd="0" destOrd="0" presId="urn:microsoft.com/office/officeart/2008/layout/LinedList"/>
    <dgm:cxn modelId="{95B02DB0-3966-4EBF-A860-A263C27F4A9F}" type="presParOf" srcId="{90617CED-BB9C-4330-858C-3C8EE76995B8}" destId="{B96594DA-8C81-4225-AE12-168766030F0E}" srcOrd="1" destOrd="0" presId="urn:microsoft.com/office/officeart/2008/layout/LinedList"/>
    <dgm:cxn modelId="{FBD247DF-0F21-4156-B8D6-49FAB43F12F7}" type="presParOf" srcId="{618A8AF4-176F-47E8-A652-D575DB77AE1B}" destId="{F5209FAF-9E42-41E4-8784-E089E2C1B086}" srcOrd="10" destOrd="0" presId="urn:microsoft.com/office/officeart/2008/layout/LinedList"/>
    <dgm:cxn modelId="{5664359A-80C5-4071-A75A-DEB24DEC55BD}" type="presParOf" srcId="{618A8AF4-176F-47E8-A652-D575DB77AE1B}" destId="{A19BFF7D-7449-4C26-8AAF-87C60D7560EE}" srcOrd="11" destOrd="0" presId="urn:microsoft.com/office/officeart/2008/layout/LinedList"/>
    <dgm:cxn modelId="{B4090993-F9D1-49E1-B7A8-EA3BC64FDEE7}" type="presParOf" srcId="{A19BFF7D-7449-4C26-8AAF-87C60D7560EE}" destId="{FAE96718-9786-4901-819A-5A82AFD4EC4B}" srcOrd="0" destOrd="0" presId="urn:microsoft.com/office/officeart/2008/layout/LinedList"/>
    <dgm:cxn modelId="{660F0CA9-E8C0-4F12-A5C2-E7DD288EF150}" type="presParOf" srcId="{A19BFF7D-7449-4C26-8AAF-87C60D7560EE}" destId="{F174D181-B581-41E2-A0FA-6EB26CE5C2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EA03D-BE6A-4E42-95FF-31B577DB8902}">
      <dsp:nvSpPr>
        <dsp:cNvPr id="0" name=""/>
        <dsp:cNvSpPr/>
      </dsp:nvSpPr>
      <dsp:spPr>
        <a:xfrm>
          <a:off x="558" y="414002"/>
          <a:ext cx="2176611" cy="1305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he Serif Hand Black"/>
            </a:rPr>
            <a:t>Enabling multi-factor authentication</a:t>
          </a:r>
          <a:endParaRPr lang="en-US" sz="2600" kern="1200" dirty="0"/>
        </a:p>
      </dsp:txBody>
      <dsp:txXfrm>
        <a:off x="558" y="414002"/>
        <a:ext cx="2176611" cy="1305966"/>
      </dsp:txXfrm>
    </dsp:sp>
    <dsp:sp modelId="{0E7E44FA-C20D-4F28-815B-68DE96813D5A}">
      <dsp:nvSpPr>
        <dsp:cNvPr id="0" name=""/>
        <dsp:cNvSpPr/>
      </dsp:nvSpPr>
      <dsp:spPr>
        <a:xfrm>
          <a:off x="2394830" y="414002"/>
          <a:ext cx="2176611" cy="1305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he Serif Hand Black"/>
            </a:rPr>
            <a:t>Using strong passwords and a  password manager</a:t>
          </a:r>
          <a:endParaRPr lang="en-US" sz="2600" kern="1200" dirty="0"/>
        </a:p>
      </dsp:txBody>
      <dsp:txXfrm>
        <a:off x="2394830" y="414002"/>
        <a:ext cx="2176611" cy="1305966"/>
      </dsp:txXfrm>
    </dsp:sp>
    <dsp:sp modelId="{C2A0AED7-D2C5-43E0-85A2-E4C0ED38A981}">
      <dsp:nvSpPr>
        <dsp:cNvPr id="0" name=""/>
        <dsp:cNvSpPr/>
      </dsp:nvSpPr>
      <dsp:spPr>
        <a:xfrm>
          <a:off x="558" y="1937630"/>
          <a:ext cx="2176611" cy="1305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he Serif Hand Black"/>
            </a:rPr>
            <a:t>Updating software</a:t>
          </a:r>
          <a:endParaRPr lang="en-US" sz="2600" kern="1200" dirty="0"/>
        </a:p>
      </dsp:txBody>
      <dsp:txXfrm>
        <a:off x="558" y="1937630"/>
        <a:ext cx="2176611" cy="1305966"/>
      </dsp:txXfrm>
    </dsp:sp>
    <dsp:sp modelId="{8329056C-0675-449A-BF87-09596D5D2519}">
      <dsp:nvSpPr>
        <dsp:cNvPr id="0" name=""/>
        <dsp:cNvSpPr/>
      </dsp:nvSpPr>
      <dsp:spPr>
        <a:xfrm>
          <a:off x="2394830" y="1937630"/>
          <a:ext cx="2176611" cy="1305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he Serif Hand Black"/>
            </a:rPr>
            <a:t>Recognizing and reporting phishing</a:t>
          </a:r>
          <a:endParaRPr lang="en-US" sz="2600" kern="1200" dirty="0"/>
        </a:p>
      </dsp:txBody>
      <dsp:txXfrm>
        <a:off x="2394830" y="1937630"/>
        <a:ext cx="2176611" cy="1305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A4CCE-7C36-4C22-B20A-7D26A542D115}">
      <dsp:nvSpPr>
        <dsp:cNvPr id="0" name=""/>
        <dsp:cNvSpPr/>
      </dsp:nvSpPr>
      <dsp:spPr>
        <a:xfrm>
          <a:off x="3198" y="893985"/>
          <a:ext cx="2283378" cy="1449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2B308-1780-4C83-A894-73A014E60729}">
      <dsp:nvSpPr>
        <dsp:cNvPr id="0" name=""/>
        <dsp:cNvSpPr/>
      </dsp:nvSpPr>
      <dsp:spPr>
        <a:xfrm>
          <a:off x="256906" y="1135009"/>
          <a:ext cx="2283378" cy="14499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4A66AC"/>
              </a:solidFill>
            </a:rPr>
            <a:t>Deep Fakes</a:t>
          </a:r>
          <a:endParaRPr lang="en-US" sz="3000" kern="1200" dirty="0">
            <a:solidFill>
              <a:srgbClr val="4A66AC"/>
            </a:solidFill>
          </a:endParaRPr>
        </a:p>
      </dsp:txBody>
      <dsp:txXfrm>
        <a:off x="299373" y="1177476"/>
        <a:ext cx="2198444" cy="1365011"/>
      </dsp:txXfrm>
    </dsp:sp>
    <dsp:sp modelId="{7F3CDC63-E845-4254-A0A0-B3A0F0670636}">
      <dsp:nvSpPr>
        <dsp:cNvPr id="0" name=""/>
        <dsp:cNvSpPr/>
      </dsp:nvSpPr>
      <dsp:spPr>
        <a:xfrm>
          <a:off x="2793993" y="893985"/>
          <a:ext cx="2283378" cy="1449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24C7E-ED34-4BFC-9E58-6C0E617CD92A}">
      <dsp:nvSpPr>
        <dsp:cNvPr id="0" name=""/>
        <dsp:cNvSpPr/>
      </dsp:nvSpPr>
      <dsp:spPr>
        <a:xfrm>
          <a:off x="3047702" y="1135009"/>
          <a:ext cx="2283378" cy="14499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4A66AC"/>
              </a:solidFill>
            </a:rPr>
            <a:t>Disinformation</a:t>
          </a:r>
          <a:endParaRPr lang="en-US" sz="3000" kern="1200" dirty="0">
            <a:solidFill>
              <a:srgbClr val="4A66AC"/>
            </a:solidFill>
          </a:endParaRPr>
        </a:p>
      </dsp:txBody>
      <dsp:txXfrm>
        <a:off x="3090169" y="1177476"/>
        <a:ext cx="2198444" cy="1365011"/>
      </dsp:txXfrm>
    </dsp:sp>
    <dsp:sp modelId="{4F1FFD04-530B-47BE-9CD1-7C70427D4FB9}">
      <dsp:nvSpPr>
        <dsp:cNvPr id="0" name=""/>
        <dsp:cNvSpPr/>
      </dsp:nvSpPr>
      <dsp:spPr>
        <a:xfrm>
          <a:off x="5584788" y="893985"/>
          <a:ext cx="2283378" cy="1449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ECACD-7C59-4057-957B-DF508BCE1463}">
      <dsp:nvSpPr>
        <dsp:cNvPr id="0" name=""/>
        <dsp:cNvSpPr/>
      </dsp:nvSpPr>
      <dsp:spPr>
        <a:xfrm>
          <a:off x="5838497" y="1135009"/>
          <a:ext cx="2283378" cy="14499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4A66AC"/>
              </a:solidFill>
            </a:rPr>
            <a:t>Data Collection</a:t>
          </a:r>
          <a:r>
            <a:rPr lang="en-US" sz="3000" b="1" kern="1200" dirty="0">
              <a:solidFill>
                <a:srgbClr val="4A66AC"/>
              </a:solidFill>
              <a:latin typeface="The Serif Hand Black"/>
            </a:rPr>
            <a:t> </a:t>
          </a:r>
          <a:endParaRPr lang="en-US" sz="3000" kern="1200" dirty="0">
            <a:solidFill>
              <a:srgbClr val="4A66AC"/>
            </a:solidFill>
            <a:latin typeface="The Serif Hand Black"/>
          </a:endParaRPr>
        </a:p>
      </dsp:txBody>
      <dsp:txXfrm>
        <a:off x="5880964" y="1177476"/>
        <a:ext cx="2198444" cy="1365011"/>
      </dsp:txXfrm>
    </dsp:sp>
    <dsp:sp modelId="{AC383C4B-946D-4A79-9C78-7825292A9867}">
      <dsp:nvSpPr>
        <dsp:cNvPr id="0" name=""/>
        <dsp:cNvSpPr/>
      </dsp:nvSpPr>
      <dsp:spPr>
        <a:xfrm>
          <a:off x="8375584" y="893985"/>
          <a:ext cx="2283378" cy="1449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4E60F-89D8-40D7-9FFE-EAFBEC02CBF9}">
      <dsp:nvSpPr>
        <dsp:cNvPr id="0" name=""/>
        <dsp:cNvSpPr/>
      </dsp:nvSpPr>
      <dsp:spPr>
        <a:xfrm>
          <a:off x="8629292" y="1135009"/>
          <a:ext cx="2283378" cy="14499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4A66AC"/>
              </a:solidFill>
            </a:rPr>
            <a:t>Protecting Connected Mental Health</a:t>
          </a:r>
          <a:r>
            <a:rPr lang="en-US" sz="3000" kern="1200" dirty="0">
              <a:solidFill>
                <a:srgbClr val="4A66AC"/>
              </a:solidFill>
              <a:latin typeface="The Serif Hand Black"/>
            </a:rPr>
            <a:t> </a:t>
          </a:r>
          <a:endParaRPr lang="en-US" sz="3000" kern="1200" dirty="0">
            <a:solidFill>
              <a:srgbClr val="4A66AC"/>
            </a:solidFill>
          </a:endParaRPr>
        </a:p>
      </dsp:txBody>
      <dsp:txXfrm>
        <a:off x="8671759" y="1177476"/>
        <a:ext cx="2198444" cy="1365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852EC-80D7-469A-B170-BC19B380F03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B735B-EE46-4448-BF42-42D4F7DB3A8E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4A66AC"/>
              </a:solidFill>
            </a:rPr>
            <a:t>Deep Fakes also called synthetic content or synthetic media refers to a broad range of generated or manipulated data which includes images, videos, audio, or text, created using artificial intelligence.</a:t>
          </a:r>
        </a:p>
      </dsp:txBody>
      <dsp:txXfrm>
        <a:off x="0" y="0"/>
        <a:ext cx="6900512" cy="1384035"/>
      </dsp:txXfrm>
    </dsp:sp>
    <dsp:sp modelId="{873B0CBC-F2F1-4F66-90F2-5CB7EA8DE4E4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34BD3-0BBB-4403-B01F-7ADA01FBF344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4A66AC"/>
              </a:solidFill>
            </a:rPr>
            <a:t>Deep Fakes can depict the alteration or impersonation of a person's identity to make it appear as if they are doing or saying things they did not do or say.</a:t>
          </a:r>
          <a:r>
            <a:rPr lang="en-US" sz="2800" kern="1200" dirty="0">
              <a:solidFill>
                <a:srgbClr val="4A66AC"/>
              </a:solidFill>
              <a:latin typeface="The Serif Hand Black"/>
            </a:rPr>
            <a:t> </a:t>
          </a:r>
          <a:endParaRPr lang="en-US" sz="2800" kern="1200" dirty="0">
            <a:solidFill>
              <a:srgbClr val="4A66AC"/>
            </a:solidFill>
          </a:endParaRPr>
        </a:p>
      </dsp:txBody>
      <dsp:txXfrm>
        <a:off x="0" y="1384035"/>
        <a:ext cx="6900512" cy="1384035"/>
      </dsp:txXfrm>
    </dsp:sp>
    <dsp:sp modelId="{C63C951D-75FC-4F2D-BB68-B67D1DABACD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35199-7738-40E1-A4D4-9F2DBACE6103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rgbClr val="4A66AC"/>
              </a:solidFill>
            </a:rPr>
            <a:t>GenAI</a:t>
          </a:r>
          <a:r>
            <a:rPr lang="en-US" sz="2800" b="1" kern="1200" dirty="0">
              <a:solidFill>
                <a:srgbClr val="4A66AC"/>
              </a:solidFill>
            </a:rPr>
            <a:t> Changed the Game</a:t>
          </a:r>
          <a:endParaRPr lang="en-US" sz="2800" kern="1200" dirty="0">
            <a:solidFill>
              <a:srgbClr val="4A66AC"/>
            </a:solidFill>
          </a:endParaRPr>
        </a:p>
      </dsp:txBody>
      <dsp:txXfrm>
        <a:off x="0" y="2768070"/>
        <a:ext cx="6900512" cy="1384035"/>
      </dsp:txXfrm>
    </dsp:sp>
    <dsp:sp modelId="{AB655DE7-00C3-4F83-B57E-554B6D3F58CC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7AC77-4259-4ACE-AE18-8687A412DCC5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4A66AC"/>
              </a:solidFill>
            </a:rPr>
            <a:t>Recent technology advancements have improved the quality, customizability, and accessibility of artificial intelligence (AI)-enabled content creation. This content is used for blackmail, bullying, extortion, or fake kidnapping scams.</a:t>
          </a:r>
        </a:p>
      </dsp:txBody>
      <dsp:txXfrm>
        <a:off x="0" y="4152105"/>
        <a:ext cx="6900512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31F78-16CE-4D90-882C-D1DA42C9073F}">
      <dsp:nvSpPr>
        <dsp:cNvPr id="0" name=""/>
        <dsp:cNvSpPr/>
      </dsp:nvSpPr>
      <dsp:spPr>
        <a:xfrm>
          <a:off x="3328" y="561276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he Serif Hand Black"/>
            </a:rPr>
            <a:t>TALK to</a:t>
          </a:r>
          <a:r>
            <a:rPr lang="en-US" sz="2000" kern="1200" dirty="0"/>
            <a:t> all family members about Deep Fakes and advances in Generative Artificial Intelligence </a:t>
          </a:r>
          <a:r>
            <a:rPr lang="en-US" sz="2000" kern="1200" dirty="0">
              <a:latin typeface="The Serif Hand Black"/>
            </a:rPr>
            <a:t>&amp; how </a:t>
          </a:r>
          <a:r>
            <a:rPr lang="en-US" sz="2000" kern="1200" dirty="0"/>
            <a:t>malicious actors use them to deceive people</a:t>
          </a:r>
          <a:r>
            <a:rPr lang="en-US" sz="2000" kern="1200" dirty="0">
              <a:latin typeface="The Serif Hand Black"/>
            </a:rPr>
            <a:t> &amp;</a:t>
          </a:r>
          <a:r>
            <a:rPr lang="en-US" sz="2000" kern="1200" dirty="0"/>
            <a:t> for illicit purposes</a:t>
          </a:r>
          <a:r>
            <a:rPr lang="en-US" sz="2000" kern="1200" dirty="0">
              <a:latin typeface="The Serif Hand Black"/>
            </a:rPr>
            <a:t> </a:t>
          </a:r>
          <a:endParaRPr lang="en-US" sz="2000" kern="1200" dirty="0"/>
        </a:p>
      </dsp:txBody>
      <dsp:txXfrm>
        <a:off x="3328" y="561276"/>
        <a:ext cx="2640498" cy="1584299"/>
      </dsp:txXfrm>
    </dsp:sp>
    <dsp:sp modelId="{A40E596C-96B3-40D9-ACF0-5D6C7A498311}">
      <dsp:nvSpPr>
        <dsp:cNvPr id="0" name=""/>
        <dsp:cNvSpPr/>
      </dsp:nvSpPr>
      <dsp:spPr>
        <a:xfrm>
          <a:off x="2907876" y="561276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he Serif Hand Black"/>
            </a:rPr>
            <a:t>Create a </a:t>
          </a:r>
          <a:r>
            <a:rPr lang="en-US" sz="2000" b="1" kern="1200" dirty="0"/>
            <a:t>Secret Code</a:t>
          </a:r>
          <a:r>
            <a:rPr lang="en-US" sz="2000" kern="1200" dirty="0"/>
            <a:t> to protect against fake phone audio or video calls.</a:t>
          </a:r>
          <a:r>
            <a:rPr lang="en-US" sz="2000" kern="1200" dirty="0">
              <a:latin typeface="The Serif Hand Black"/>
            </a:rPr>
            <a:t> </a:t>
          </a:r>
          <a:r>
            <a:rPr lang="en-US" sz="2000" kern="1200" dirty="0"/>
            <a:t>Be prepared with a secret code word every family member knows, but that criminals won’t guess</a:t>
          </a:r>
        </a:p>
      </dsp:txBody>
      <dsp:txXfrm>
        <a:off x="2907876" y="561276"/>
        <a:ext cx="2640498" cy="1584299"/>
      </dsp:txXfrm>
    </dsp:sp>
    <dsp:sp modelId="{7B9E608B-73C9-48B7-8922-E0AC1C462922}">
      <dsp:nvSpPr>
        <dsp:cNvPr id="0" name=""/>
        <dsp:cNvSpPr/>
      </dsp:nvSpPr>
      <dsp:spPr>
        <a:xfrm>
          <a:off x="5812424" y="561276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Monitor </a:t>
          </a:r>
          <a:r>
            <a:rPr lang="en-US" sz="2000" kern="1200" dirty="0"/>
            <a:t>children's online activity </a:t>
          </a:r>
          <a:r>
            <a:rPr lang="en-US" sz="2000" kern="1200" dirty="0">
              <a:latin typeface="The Serif Hand Black"/>
            </a:rPr>
            <a:t>&amp; discuss</a:t>
          </a:r>
          <a:r>
            <a:rPr lang="en-US" sz="2000" kern="1200" dirty="0"/>
            <a:t> risks associated with sharing personal content</a:t>
          </a:r>
        </a:p>
      </dsp:txBody>
      <dsp:txXfrm>
        <a:off x="5812424" y="561276"/>
        <a:ext cx="2640498" cy="1584299"/>
      </dsp:txXfrm>
    </dsp:sp>
    <dsp:sp modelId="{D9973234-9937-4C99-A3C6-B0234746FD98}">
      <dsp:nvSpPr>
        <dsp:cNvPr id="0" name=""/>
        <dsp:cNvSpPr/>
      </dsp:nvSpPr>
      <dsp:spPr>
        <a:xfrm>
          <a:off x="8716973" y="561276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Research</a:t>
          </a:r>
          <a:r>
            <a:rPr lang="en-US" sz="2000" kern="1200" dirty="0"/>
            <a:t> privacy, data sharing,</a:t>
          </a:r>
          <a:r>
            <a:rPr lang="en-US" sz="2000" kern="1200" dirty="0">
              <a:latin typeface="The Serif Hand Black"/>
            </a:rPr>
            <a:t> &amp;</a:t>
          </a:r>
          <a:r>
            <a:rPr lang="en-US" sz="2000" kern="1200" dirty="0"/>
            <a:t> data retention policies of social media platforms, apps, and websites before uploading </a:t>
          </a:r>
          <a:r>
            <a:rPr lang="en-US" sz="2000" kern="1200" dirty="0">
              <a:latin typeface="The Serif Hand Black"/>
            </a:rPr>
            <a:t>&amp; sharing</a:t>
          </a:r>
          <a:r>
            <a:rPr lang="en-US" sz="2000" kern="1200" dirty="0"/>
            <a:t> images, videos, or other personal content</a:t>
          </a:r>
        </a:p>
      </dsp:txBody>
      <dsp:txXfrm>
        <a:off x="8716973" y="561276"/>
        <a:ext cx="2640498" cy="1584299"/>
      </dsp:txXfrm>
    </dsp:sp>
    <dsp:sp modelId="{E1F1038A-7EE3-4A6E-BBD4-D7CD1DF327C4}">
      <dsp:nvSpPr>
        <dsp:cNvPr id="0" name=""/>
        <dsp:cNvSpPr/>
      </dsp:nvSpPr>
      <dsp:spPr>
        <a:xfrm>
          <a:off x="3328" y="2409624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he Serif Hand Black"/>
            </a:rPr>
            <a:t>Use</a:t>
          </a:r>
          <a:r>
            <a:rPr lang="en-US" sz="2000" kern="1200" dirty="0"/>
            <a:t> the privacy settings on social media account, including setting profiles</a:t>
          </a:r>
          <a:r>
            <a:rPr lang="en-US" sz="2000" kern="1200" dirty="0">
              <a:latin typeface="The Serif Hand Black"/>
            </a:rPr>
            <a:t> &amp;</a:t>
          </a:r>
          <a:r>
            <a:rPr lang="en-US" sz="2000" kern="1200" dirty="0"/>
            <a:t> your friends lists to private</a:t>
          </a:r>
          <a:endParaRPr lang="en-US" sz="2000" kern="1200" dirty="0">
            <a:latin typeface="The Serif Hand Black"/>
          </a:endParaRPr>
        </a:p>
      </dsp:txBody>
      <dsp:txXfrm>
        <a:off x="3328" y="2409624"/>
        <a:ext cx="2640498" cy="1584299"/>
      </dsp:txXfrm>
    </dsp:sp>
    <dsp:sp modelId="{395B8870-EF4A-4379-9899-3710F1E336D0}">
      <dsp:nvSpPr>
        <dsp:cNvPr id="0" name=""/>
        <dsp:cNvSpPr/>
      </dsp:nvSpPr>
      <dsp:spPr>
        <a:xfrm>
          <a:off x="2907876" y="2409624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Secure</a:t>
          </a:r>
          <a:r>
            <a:rPr lang="en-US" sz="2000" kern="1200" dirty="0"/>
            <a:t> social media </a:t>
          </a:r>
          <a:r>
            <a:rPr lang="en-US" sz="2000" kern="1200" dirty="0">
              <a:latin typeface="The Serif Hand Black"/>
            </a:rPr>
            <a:t>&amp; other</a:t>
          </a:r>
          <a:r>
            <a:rPr lang="en-US" sz="2000" kern="1200" dirty="0"/>
            <a:t> online accounts using complex passwords or passphrases</a:t>
          </a:r>
          <a:r>
            <a:rPr lang="en-US" sz="2000" kern="1200" dirty="0">
              <a:latin typeface="The Serif Hand Black"/>
            </a:rPr>
            <a:t> &amp;</a:t>
          </a:r>
          <a:r>
            <a:rPr lang="en-US" sz="2000" kern="1200" dirty="0"/>
            <a:t> multi-factor authentication</a:t>
          </a:r>
        </a:p>
      </dsp:txBody>
      <dsp:txXfrm>
        <a:off x="2907876" y="2409624"/>
        <a:ext cx="2640498" cy="1584299"/>
      </dsp:txXfrm>
    </dsp:sp>
    <dsp:sp modelId="{C6ED787B-F98C-43CF-9312-0EEEE8E00F57}">
      <dsp:nvSpPr>
        <dsp:cNvPr id="0" name=""/>
        <dsp:cNvSpPr/>
      </dsp:nvSpPr>
      <dsp:spPr>
        <a:xfrm>
          <a:off x="5812424" y="2409624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Think </a:t>
          </a:r>
          <a:r>
            <a:rPr lang="en-US" sz="2000" b="1" kern="1200" dirty="0">
              <a:latin typeface="The Serif Hand Black"/>
            </a:rPr>
            <a:t>&amp; </a:t>
          </a:r>
          <a:r>
            <a:rPr lang="en-US" sz="2000" kern="1200" dirty="0">
              <a:latin typeface="The Serif Hand Black"/>
            </a:rPr>
            <a:t>exercise</a:t>
          </a:r>
          <a:r>
            <a:rPr lang="en-US" sz="2000" kern="1200" dirty="0"/>
            <a:t> caution when posting or direct messaging personal photos, videos,</a:t>
          </a:r>
          <a:r>
            <a:rPr lang="en-US" sz="2000" kern="1200" dirty="0">
              <a:latin typeface="The Serif Hand Black"/>
            </a:rPr>
            <a:t> &amp;</a:t>
          </a:r>
          <a:r>
            <a:rPr lang="en-US" sz="2000" kern="1200" dirty="0"/>
            <a:t> identifying information on social media, dating apps,</a:t>
          </a:r>
          <a:r>
            <a:rPr lang="en-US" sz="2000" kern="1200" dirty="0">
              <a:latin typeface="The Serif Hand Black"/>
            </a:rPr>
            <a:t> &amp;</a:t>
          </a:r>
          <a:r>
            <a:rPr lang="en-US" sz="2000" kern="1200" dirty="0"/>
            <a:t> other online sites</a:t>
          </a:r>
          <a:r>
            <a:rPr lang="en-US" sz="2000" kern="1200" dirty="0">
              <a:latin typeface="The Serif Hand Black"/>
            </a:rPr>
            <a:t> </a:t>
          </a:r>
          <a:endParaRPr lang="en-US" sz="2000" kern="1200" dirty="0"/>
        </a:p>
      </dsp:txBody>
      <dsp:txXfrm>
        <a:off x="5812424" y="2409624"/>
        <a:ext cx="2640498" cy="1584299"/>
      </dsp:txXfrm>
    </dsp:sp>
    <dsp:sp modelId="{317A95CF-BB59-4770-9856-9741BC893BC5}">
      <dsp:nvSpPr>
        <dsp:cNvPr id="0" name=""/>
        <dsp:cNvSpPr/>
      </dsp:nvSpPr>
      <dsp:spPr>
        <a:xfrm>
          <a:off x="8716973" y="2409624"/>
          <a:ext cx="2640498" cy="158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he Serif Hand Black"/>
            </a:rPr>
            <a:t>Be aware</a:t>
          </a:r>
          <a:r>
            <a:rPr lang="en-US" sz="2000" b="1" kern="1200" dirty="0"/>
            <a:t> </a:t>
          </a:r>
          <a:r>
            <a:rPr lang="en-US" sz="2000" kern="1200" dirty="0"/>
            <a:t>hacked social media accounts can easily be manipulated by malicious actors to gain trust from friends or contacts to further criminal schemes or activity</a:t>
          </a:r>
        </a:p>
      </dsp:txBody>
      <dsp:txXfrm>
        <a:off x="8716973" y="2409624"/>
        <a:ext cx="2640498" cy="1584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3089C-952C-4822-888D-58D925F49E02}">
      <dsp:nvSpPr>
        <dsp:cNvPr id="0" name=""/>
        <dsp:cNvSpPr/>
      </dsp:nvSpPr>
      <dsp:spPr>
        <a:xfrm>
          <a:off x="859" y="5742"/>
          <a:ext cx="3353283" cy="2011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Large Language Models are notorious for providing answers which appear to be real but are “hallucinations”, false, or inaccurate information.</a:t>
          </a:r>
          <a:r>
            <a:rPr lang="en-US" sz="2800" kern="1200" dirty="0">
              <a:solidFill>
                <a:schemeClr val="bg1"/>
              </a:solidFill>
              <a:latin typeface="The Serif Hand Black"/>
            </a:rPr>
            <a:t> </a:t>
          </a:r>
        </a:p>
      </dsp:txBody>
      <dsp:txXfrm>
        <a:off x="859" y="5742"/>
        <a:ext cx="3353283" cy="2011970"/>
      </dsp:txXfrm>
    </dsp:sp>
    <dsp:sp modelId="{77814997-2F38-4849-8CE1-69F6E1361F6E}">
      <dsp:nvSpPr>
        <dsp:cNvPr id="0" name=""/>
        <dsp:cNvSpPr/>
      </dsp:nvSpPr>
      <dsp:spPr>
        <a:xfrm>
          <a:off x="3689471" y="5742"/>
          <a:ext cx="3353283" cy="2011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Fake news is not new, but it’s easier than ever to create, post, and spread! </a:t>
          </a:r>
        </a:p>
      </dsp:txBody>
      <dsp:txXfrm>
        <a:off x="3689471" y="5742"/>
        <a:ext cx="3353283" cy="2011970"/>
      </dsp:txXfrm>
    </dsp:sp>
    <dsp:sp modelId="{A6916CF1-D8D1-47C4-B2FB-A444DD58B32C}">
      <dsp:nvSpPr>
        <dsp:cNvPr id="0" name=""/>
        <dsp:cNvSpPr/>
      </dsp:nvSpPr>
      <dsp:spPr>
        <a:xfrm>
          <a:off x="859" y="2353040"/>
          <a:ext cx="3353283" cy="2011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he Serif Hand Black"/>
            </a:rPr>
            <a:t>DON'T TRUST INFORMATION FROM A CHATBOT</a:t>
          </a:r>
        </a:p>
      </dsp:txBody>
      <dsp:txXfrm>
        <a:off x="859" y="2353040"/>
        <a:ext cx="3353283" cy="2011970"/>
      </dsp:txXfrm>
    </dsp:sp>
    <dsp:sp modelId="{3B63C87A-22E9-4EA5-A89E-F4F17DA2EA47}">
      <dsp:nvSpPr>
        <dsp:cNvPr id="0" name=""/>
        <dsp:cNvSpPr/>
      </dsp:nvSpPr>
      <dsp:spPr>
        <a:xfrm>
          <a:off x="3689471" y="2353040"/>
          <a:ext cx="3353283" cy="2011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he Serif Hand Black"/>
            </a:rPr>
            <a:t>DON'T TRUST INFORMATION FROM THE INTERNET</a:t>
          </a:r>
        </a:p>
      </dsp:txBody>
      <dsp:txXfrm>
        <a:off x="3689471" y="2353040"/>
        <a:ext cx="3353283" cy="20119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B9B79-EFD9-4E3D-8287-2EDD381CE4AF}">
      <dsp:nvSpPr>
        <dsp:cNvPr id="0" name=""/>
        <dsp:cNvSpPr/>
      </dsp:nvSpPr>
      <dsp:spPr>
        <a:xfrm>
          <a:off x="37506" y="849213"/>
          <a:ext cx="2146189" cy="1287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bg1"/>
              </a:solidFill>
            </a:rPr>
            <a:t>Currency:</a:t>
          </a:r>
          <a:r>
            <a:rPr lang="en-US" sz="2300" kern="1200" dirty="0">
              <a:solidFill>
                <a:schemeClr val="bg1"/>
              </a:solidFill>
            </a:rPr>
            <a:t> The timeliness of the information</a:t>
          </a:r>
        </a:p>
      </dsp:txBody>
      <dsp:txXfrm>
        <a:off x="75222" y="886929"/>
        <a:ext cx="2070757" cy="1212281"/>
      </dsp:txXfrm>
    </dsp:sp>
    <dsp:sp modelId="{3C8C524E-8950-48E3-9059-F3C7EC4A7BFE}">
      <dsp:nvSpPr>
        <dsp:cNvPr id="0" name=""/>
        <dsp:cNvSpPr/>
      </dsp:nvSpPr>
      <dsp:spPr>
        <a:xfrm rot="33442">
          <a:off x="2365878" y="1241289"/>
          <a:ext cx="438940" cy="5322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365881" y="1347100"/>
        <a:ext cx="307258" cy="319353"/>
      </dsp:txXfrm>
    </dsp:sp>
    <dsp:sp modelId="{37074D70-E6F7-4C60-BB64-773A8062B3C6}">
      <dsp:nvSpPr>
        <dsp:cNvPr id="0" name=""/>
        <dsp:cNvSpPr/>
      </dsp:nvSpPr>
      <dsp:spPr>
        <a:xfrm>
          <a:off x="3011846" y="878148"/>
          <a:ext cx="2146189" cy="1287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bg1"/>
              </a:solidFill>
            </a:rPr>
            <a:t>Relevance</a:t>
          </a:r>
          <a:r>
            <a:rPr lang="en-US" sz="2300" kern="1200" dirty="0">
              <a:solidFill>
                <a:schemeClr val="bg1"/>
              </a:solidFill>
            </a:rPr>
            <a:t>: The importance of the information to you</a:t>
          </a:r>
        </a:p>
      </dsp:txBody>
      <dsp:txXfrm>
        <a:off x="3049562" y="915864"/>
        <a:ext cx="2070757" cy="1212281"/>
      </dsp:txXfrm>
    </dsp:sp>
    <dsp:sp modelId="{1A56D09F-A5AD-4903-B50A-12CBC3EB2A07}">
      <dsp:nvSpPr>
        <dsp:cNvPr id="0" name=""/>
        <dsp:cNvSpPr/>
      </dsp:nvSpPr>
      <dsp:spPr>
        <a:xfrm>
          <a:off x="5346900" y="1255877"/>
          <a:ext cx="454992" cy="5322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346900" y="1362328"/>
        <a:ext cx="318494" cy="319353"/>
      </dsp:txXfrm>
    </dsp:sp>
    <dsp:sp modelId="{8AADC2CA-6459-435A-9D8D-D285BA63522A}">
      <dsp:nvSpPr>
        <dsp:cNvPr id="0" name=""/>
        <dsp:cNvSpPr/>
      </dsp:nvSpPr>
      <dsp:spPr>
        <a:xfrm>
          <a:off x="6016511" y="878148"/>
          <a:ext cx="2146189" cy="1287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bg1"/>
              </a:solidFill>
            </a:rPr>
            <a:t>Authority: </a:t>
          </a:r>
          <a:r>
            <a:rPr lang="en-US" sz="2300" kern="1200" dirty="0">
              <a:solidFill>
                <a:schemeClr val="bg1"/>
              </a:solidFill>
            </a:rPr>
            <a:t>The source of the information</a:t>
          </a:r>
        </a:p>
      </dsp:txBody>
      <dsp:txXfrm>
        <a:off x="6054227" y="915864"/>
        <a:ext cx="2070757" cy="1212281"/>
      </dsp:txXfrm>
    </dsp:sp>
    <dsp:sp modelId="{F624C6D7-9739-47FF-9CEC-15859D84125E}">
      <dsp:nvSpPr>
        <dsp:cNvPr id="0" name=""/>
        <dsp:cNvSpPr/>
      </dsp:nvSpPr>
      <dsp:spPr>
        <a:xfrm rot="5400000">
          <a:off x="6862110" y="2316095"/>
          <a:ext cx="454992" cy="5322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6929930" y="2354726"/>
        <a:ext cx="319353" cy="318494"/>
      </dsp:txXfrm>
    </dsp:sp>
    <dsp:sp modelId="{AB80F18D-40A8-4527-81AA-90A729C6077F}">
      <dsp:nvSpPr>
        <dsp:cNvPr id="0" name=""/>
        <dsp:cNvSpPr/>
      </dsp:nvSpPr>
      <dsp:spPr>
        <a:xfrm>
          <a:off x="6016511" y="3024337"/>
          <a:ext cx="2146189" cy="1287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bg1"/>
              </a:solidFill>
            </a:rPr>
            <a:t>Accuracy: </a:t>
          </a:r>
          <a:r>
            <a:rPr lang="en-US" sz="2300" kern="1200" dirty="0">
              <a:solidFill>
                <a:schemeClr val="bg1"/>
              </a:solidFill>
            </a:rPr>
            <a:t>The reliability, truthfulness and correctness of the content</a:t>
          </a:r>
        </a:p>
      </dsp:txBody>
      <dsp:txXfrm>
        <a:off x="6054227" y="3062053"/>
        <a:ext cx="2070757" cy="1212281"/>
      </dsp:txXfrm>
    </dsp:sp>
    <dsp:sp modelId="{9BD183B6-6918-43AC-8D51-AE4BC6F53A8B}">
      <dsp:nvSpPr>
        <dsp:cNvPr id="0" name=""/>
        <dsp:cNvSpPr/>
      </dsp:nvSpPr>
      <dsp:spPr>
        <a:xfrm rot="10800000">
          <a:off x="5372654" y="3402067"/>
          <a:ext cx="454992" cy="5322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509152" y="3508518"/>
        <a:ext cx="318494" cy="319353"/>
      </dsp:txXfrm>
    </dsp:sp>
    <dsp:sp modelId="{E4FAC86E-9E7A-4BBB-9784-D9AD80A00C6D}">
      <dsp:nvSpPr>
        <dsp:cNvPr id="0" name=""/>
        <dsp:cNvSpPr/>
      </dsp:nvSpPr>
      <dsp:spPr>
        <a:xfrm>
          <a:off x="3011846" y="3024337"/>
          <a:ext cx="2146189" cy="1287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bg1"/>
              </a:solidFill>
            </a:rPr>
            <a:t>Purpose:</a:t>
          </a:r>
          <a:r>
            <a:rPr lang="en-US" sz="2300" kern="1200" dirty="0">
              <a:solidFill>
                <a:schemeClr val="bg1"/>
              </a:solidFill>
            </a:rPr>
            <a:t> The reason the information exists</a:t>
          </a:r>
        </a:p>
      </dsp:txBody>
      <dsp:txXfrm>
        <a:off x="3049562" y="3062053"/>
        <a:ext cx="2070757" cy="12122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B43FA-6035-49BA-9DA2-14ADCCB5BFFF}">
      <dsp:nvSpPr>
        <dsp:cNvPr id="0" name=""/>
        <dsp:cNvSpPr/>
      </dsp:nvSpPr>
      <dsp:spPr>
        <a:xfrm>
          <a:off x="861" y="0"/>
          <a:ext cx="3489195" cy="3846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655" tIns="0" rIns="344655" bIns="33020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AI privacy is important to ensure that AI systems are not used to manipulate individuals or discriminate against them based on their personal data.</a:t>
          </a:r>
          <a:r>
            <a:rPr lang="en-US" sz="2600" kern="1200" dirty="0">
              <a:latin typeface="The Serif Hand Black"/>
            </a:rPr>
            <a:t> </a:t>
          </a:r>
          <a:endParaRPr lang="en-US" sz="2600" kern="1200" dirty="0"/>
        </a:p>
      </dsp:txBody>
      <dsp:txXfrm>
        <a:off x="861" y="1538745"/>
        <a:ext cx="3489195" cy="2308119"/>
      </dsp:txXfrm>
    </dsp:sp>
    <dsp:sp modelId="{D7C1EE54-6195-4BCA-BBF7-DBCDE75A2B3C}">
      <dsp:nvSpPr>
        <dsp:cNvPr id="0" name=""/>
        <dsp:cNvSpPr/>
      </dsp:nvSpPr>
      <dsp:spPr>
        <a:xfrm>
          <a:off x="861" y="0"/>
          <a:ext cx="3489195" cy="15387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655" tIns="165100" rIns="34465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61" y="0"/>
        <a:ext cx="3489195" cy="1538746"/>
      </dsp:txXfrm>
    </dsp:sp>
    <dsp:sp modelId="{D42AB17F-5210-4688-A9AC-1918869EEE9F}">
      <dsp:nvSpPr>
        <dsp:cNvPr id="0" name=""/>
        <dsp:cNvSpPr/>
      </dsp:nvSpPr>
      <dsp:spPr>
        <a:xfrm>
          <a:off x="3769192" y="0"/>
          <a:ext cx="3489195" cy="3846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655" tIns="0" rIns="34465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 collection, privacy, and misuse are an existing challenge with many states and regulation addressing how data can be collected and used.</a:t>
          </a:r>
        </a:p>
      </dsp:txBody>
      <dsp:txXfrm>
        <a:off x="3769192" y="1538745"/>
        <a:ext cx="3489195" cy="2308119"/>
      </dsp:txXfrm>
    </dsp:sp>
    <dsp:sp modelId="{FD5B6BBA-8B3E-4878-BB6D-59AEAE567461}">
      <dsp:nvSpPr>
        <dsp:cNvPr id="0" name=""/>
        <dsp:cNvSpPr/>
      </dsp:nvSpPr>
      <dsp:spPr>
        <a:xfrm>
          <a:off x="3769192" y="0"/>
          <a:ext cx="3489195" cy="15387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655" tIns="165100" rIns="34465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69192" y="0"/>
        <a:ext cx="3489195" cy="1538746"/>
      </dsp:txXfrm>
    </dsp:sp>
    <dsp:sp modelId="{9B0CFC16-A554-4483-996D-A4AF5AB1F247}">
      <dsp:nvSpPr>
        <dsp:cNvPr id="0" name=""/>
        <dsp:cNvSpPr/>
      </dsp:nvSpPr>
      <dsp:spPr>
        <a:xfrm>
          <a:off x="7537523" y="0"/>
          <a:ext cx="3489195" cy="3846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655" tIns="0" rIns="344655" bIns="33020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Now is a great time to think about what you are sharing and where!</a:t>
          </a:r>
          <a:r>
            <a:rPr lang="en-US" sz="2600" kern="1200">
              <a:latin typeface="The Serif Hand Black"/>
            </a:rPr>
            <a:t> </a:t>
          </a:r>
          <a:endParaRPr lang="en-US" sz="2600" kern="1200"/>
        </a:p>
      </dsp:txBody>
      <dsp:txXfrm>
        <a:off x="7537523" y="1538745"/>
        <a:ext cx="3489195" cy="2308119"/>
      </dsp:txXfrm>
    </dsp:sp>
    <dsp:sp modelId="{2AB2F7E2-6B09-4325-A5D4-3ED804AEA393}">
      <dsp:nvSpPr>
        <dsp:cNvPr id="0" name=""/>
        <dsp:cNvSpPr/>
      </dsp:nvSpPr>
      <dsp:spPr>
        <a:xfrm>
          <a:off x="7537523" y="0"/>
          <a:ext cx="3489195" cy="15387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655" tIns="165100" rIns="34465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537523" y="0"/>
        <a:ext cx="3489195" cy="15387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2CBB7-E935-4174-BACF-73DB068BF702}">
      <dsp:nvSpPr>
        <dsp:cNvPr id="0" name=""/>
        <dsp:cNvSpPr/>
      </dsp:nvSpPr>
      <dsp:spPr>
        <a:xfrm>
          <a:off x="189597" y="1110451"/>
          <a:ext cx="1063752" cy="106375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6210D-1286-420A-89EF-62C6F86808E8}">
      <dsp:nvSpPr>
        <dsp:cNvPr id="0" name=""/>
        <dsp:cNvSpPr/>
      </dsp:nvSpPr>
      <dsp:spPr>
        <a:xfrm>
          <a:off x="412985" y="1333839"/>
          <a:ext cx="616976" cy="6169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A99F3-D04D-4A6C-8664-6B288DAC0E2B}">
      <dsp:nvSpPr>
        <dsp:cNvPr id="0" name=""/>
        <dsp:cNvSpPr/>
      </dsp:nvSpPr>
      <dsp:spPr>
        <a:xfrm>
          <a:off x="1481296" y="1110451"/>
          <a:ext cx="2507416" cy="106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4A66AC"/>
              </a:solidFill>
            </a:rPr>
            <a:t>Check </a:t>
          </a:r>
          <a:r>
            <a:rPr lang="en-US" sz="1700" kern="1200" dirty="0">
              <a:solidFill>
                <a:srgbClr val="4A66AC"/>
              </a:solidFill>
            </a:rPr>
            <a:t>your Browser Privacy Settings (check your phone and internet connected TV too)</a:t>
          </a:r>
          <a:r>
            <a:rPr lang="en-US" sz="1700" kern="1200" dirty="0">
              <a:solidFill>
                <a:srgbClr val="4A66AC"/>
              </a:solidFill>
              <a:latin typeface="The Serif Hand Black"/>
            </a:rPr>
            <a:t> </a:t>
          </a:r>
          <a:endParaRPr lang="en-US" sz="1700" kern="1200" dirty="0">
            <a:solidFill>
              <a:srgbClr val="4A66AC"/>
            </a:solidFill>
          </a:endParaRPr>
        </a:p>
      </dsp:txBody>
      <dsp:txXfrm>
        <a:off x="1481296" y="1110451"/>
        <a:ext cx="2507416" cy="1063752"/>
      </dsp:txXfrm>
    </dsp:sp>
    <dsp:sp modelId="{F7887B23-031A-4659-8B32-25E4015E5D47}">
      <dsp:nvSpPr>
        <dsp:cNvPr id="0" name=""/>
        <dsp:cNvSpPr/>
      </dsp:nvSpPr>
      <dsp:spPr>
        <a:xfrm>
          <a:off x="4425610" y="1110451"/>
          <a:ext cx="1063752" cy="106375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A0D57-0FAD-4B0C-88C3-1FD0900A71B5}">
      <dsp:nvSpPr>
        <dsp:cNvPr id="0" name=""/>
        <dsp:cNvSpPr/>
      </dsp:nvSpPr>
      <dsp:spPr>
        <a:xfrm>
          <a:off x="4648998" y="1333839"/>
          <a:ext cx="616976" cy="6169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3B154-1B7D-4187-B802-CC7FC4D84E5E}">
      <dsp:nvSpPr>
        <dsp:cNvPr id="0" name=""/>
        <dsp:cNvSpPr/>
      </dsp:nvSpPr>
      <dsp:spPr>
        <a:xfrm>
          <a:off x="5717310" y="1110451"/>
          <a:ext cx="2507416" cy="106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4A66AC"/>
              </a:solidFill>
            </a:rPr>
            <a:t>Block</a:t>
          </a:r>
          <a:r>
            <a:rPr lang="en-US" sz="1700" kern="1200" dirty="0">
              <a:solidFill>
                <a:srgbClr val="4A66AC"/>
              </a:solidFill>
            </a:rPr>
            <a:t> ads and trackers with browser extension like </a:t>
          </a:r>
          <a:r>
            <a:rPr lang="en-US" sz="1700" u="sng" kern="1200" dirty="0">
              <a:solidFill>
                <a:srgbClr val="4A66AC"/>
              </a:solidFill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uBlock Origin</a:t>
          </a:r>
          <a:r>
            <a:rPr lang="en-US" sz="1700" kern="1200" dirty="0">
              <a:solidFill>
                <a:srgbClr val="4A66AC"/>
              </a:solidFill>
            </a:rPr>
            <a:t> blocks ads and the data they collect. Combine </a:t>
          </a:r>
          <a:r>
            <a:rPr lang="en-US" sz="1700" kern="1200" dirty="0" err="1">
              <a:solidFill>
                <a:srgbClr val="4A66AC"/>
              </a:solidFill>
            </a:rPr>
            <a:t>uBlock</a:t>
          </a:r>
          <a:r>
            <a:rPr lang="en-US" sz="1700" kern="1200" dirty="0">
              <a:solidFill>
                <a:srgbClr val="4A66AC"/>
              </a:solidFill>
            </a:rPr>
            <a:t> with </a:t>
          </a:r>
          <a:r>
            <a:rPr lang="en-US" sz="1700" u="sng" kern="1200" dirty="0">
              <a:solidFill>
                <a:srgbClr val="4A66AC"/>
              </a:solidFill>
              <a:hlinkClick xmlns:r="http://schemas.openxmlformats.org/officeDocument/2006/relationships"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Privacy Badger</a:t>
          </a:r>
          <a:r>
            <a:rPr lang="en-US" sz="1700" kern="1200" dirty="0">
              <a:solidFill>
                <a:srgbClr val="4A66AC"/>
              </a:solidFill>
            </a:rPr>
            <a:t>, which blocks trackers</a:t>
          </a:r>
        </a:p>
      </dsp:txBody>
      <dsp:txXfrm>
        <a:off x="5717310" y="1110451"/>
        <a:ext cx="2507416" cy="1063752"/>
      </dsp:txXfrm>
    </dsp:sp>
    <dsp:sp modelId="{F8A665FC-75D8-411D-AA0F-57A69FB8701F}">
      <dsp:nvSpPr>
        <dsp:cNvPr id="0" name=""/>
        <dsp:cNvSpPr/>
      </dsp:nvSpPr>
      <dsp:spPr>
        <a:xfrm>
          <a:off x="8661624" y="1110451"/>
          <a:ext cx="1063752" cy="106375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852E0-83C3-4AB5-93AD-BBCF5B678195}">
      <dsp:nvSpPr>
        <dsp:cNvPr id="0" name=""/>
        <dsp:cNvSpPr/>
      </dsp:nvSpPr>
      <dsp:spPr>
        <a:xfrm>
          <a:off x="8885012" y="1333839"/>
          <a:ext cx="616976" cy="6169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E69E7-524F-43D2-BEC4-26CF542A21C1}">
      <dsp:nvSpPr>
        <dsp:cNvPr id="0" name=""/>
        <dsp:cNvSpPr/>
      </dsp:nvSpPr>
      <dsp:spPr>
        <a:xfrm>
          <a:off x="9953323" y="1110451"/>
          <a:ext cx="2507416" cy="106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4A66AC"/>
              </a:solidFill>
            </a:rPr>
            <a:t>Reconsider</a:t>
          </a:r>
          <a:r>
            <a:rPr lang="en-US" sz="1700" kern="1200" dirty="0">
              <a:solidFill>
                <a:srgbClr val="4A66AC"/>
              </a:solidFill>
            </a:rPr>
            <a:t> free apps and platforms. Social media platforms are free because they sell your data.</a:t>
          </a:r>
          <a:r>
            <a:rPr lang="en-US" sz="1700" kern="1200" dirty="0">
              <a:solidFill>
                <a:srgbClr val="4A66AC"/>
              </a:solidFill>
              <a:latin typeface="The Serif Hand Black"/>
            </a:rPr>
            <a:t> </a:t>
          </a:r>
          <a:endParaRPr lang="en-US" sz="1700" kern="1200" dirty="0">
            <a:solidFill>
              <a:srgbClr val="4A66AC"/>
            </a:solidFill>
          </a:endParaRPr>
        </a:p>
      </dsp:txBody>
      <dsp:txXfrm>
        <a:off x="9953323" y="1110451"/>
        <a:ext cx="2507416" cy="1063752"/>
      </dsp:txXfrm>
    </dsp:sp>
    <dsp:sp modelId="{54019ACC-4F6B-49C0-9E22-09E7DD349802}">
      <dsp:nvSpPr>
        <dsp:cNvPr id="0" name=""/>
        <dsp:cNvSpPr/>
      </dsp:nvSpPr>
      <dsp:spPr>
        <a:xfrm>
          <a:off x="189597" y="3064841"/>
          <a:ext cx="1063752" cy="106375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D98B1-18C4-4D4E-9ED4-A3EDFC08E6D7}">
      <dsp:nvSpPr>
        <dsp:cNvPr id="0" name=""/>
        <dsp:cNvSpPr/>
      </dsp:nvSpPr>
      <dsp:spPr>
        <a:xfrm>
          <a:off x="412985" y="3288229"/>
          <a:ext cx="616976" cy="6169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E519E-CCA4-4783-A9BF-1DE270DB92BA}">
      <dsp:nvSpPr>
        <dsp:cNvPr id="0" name=""/>
        <dsp:cNvSpPr/>
      </dsp:nvSpPr>
      <dsp:spPr>
        <a:xfrm>
          <a:off x="1481296" y="3064841"/>
          <a:ext cx="2507416" cy="106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4A66AC"/>
              </a:solidFill>
            </a:rPr>
            <a:t>Review </a:t>
          </a:r>
          <a:r>
            <a:rPr lang="en-US" sz="1700" kern="1200" dirty="0">
              <a:solidFill>
                <a:srgbClr val="4A66AC"/>
              </a:solidFill>
            </a:rPr>
            <a:t>website cookie notices and </a:t>
          </a:r>
          <a:r>
            <a:rPr lang="en-US" sz="1700" kern="1200" dirty="0">
              <a:solidFill>
                <a:srgbClr val="4A66AC"/>
              </a:solidFill>
              <a:latin typeface="The Serif Hand Black"/>
            </a:rPr>
            <a:t>practice</a:t>
          </a:r>
          <a:r>
            <a:rPr lang="en-US" sz="1700" kern="1200" dirty="0">
              <a:solidFill>
                <a:srgbClr val="4A66AC"/>
              </a:solidFill>
            </a:rPr>
            <a:t> good cookie housekeeping.</a:t>
          </a:r>
        </a:p>
      </dsp:txBody>
      <dsp:txXfrm>
        <a:off x="1481296" y="3064841"/>
        <a:ext cx="2507416" cy="1063752"/>
      </dsp:txXfrm>
    </dsp:sp>
    <dsp:sp modelId="{311929B7-5A78-42C1-A143-229FFE21E723}">
      <dsp:nvSpPr>
        <dsp:cNvPr id="0" name=""/>
        <dsp:cNvSpPr/>
      </dsp:nvSpPr>
      <dsp:spPr>
        <a:xfrm>
          <a:off x="4425610" y="3064841"/>
          <a:ext cx="1063752" cy="106375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53E20-E90E-4D2C-982D-42CA71A325CB}">
      <dsp:nvSpPr>
        <dsp:cNvPr id="0" name=""/>
        <dsp:cNvSpPr/>
      </dsp:nvSpPr>
      <dsp:spPr>
        <a:xfrm>
          <a:off x="4648998" y="3288229"/>
          <a:ext cx="616976" cy="6169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312C4-6797-49B9-B027-1D6110CF9153}">
      <dsp:nvSpPr>
        <dsp:cNvPr id="0" name=""/>
        <dsp:cNvSpPr/>
      </dsp:nvSpPr>
      <dsp:spPr>
        <a:xfrm>
          <a:off x="5717310" y="3064841"/>
          <a:ext cx="2507416" cy="106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4A66AC"/>
              </a:solidFill>
            </a:rPr>
            <a:t>Practice </a:t>
          </a:r>
          <a:r>
            <a:rPr lang="en-US" sz="1700" kern="1200" dirty="0">
              <a:solidFill>
                <a:srgbClr val="4A66AC"/>
              </a:solidFill>
            </a:rPr>
            <a:t>caution and protect your primary email address and phone number.</a:t>
          </a:r>
          <a:r>
            <a:rPr lang="en-US" sz="1700" kern="1200" dirty="0">
              <a:solidFill>
                <a:srgbClr val="4A66AC"/>
              </a:solidFill>
              <a:latin typeface="The Serif Hand Black"/>
            </a:rPr>
            <a:t> </a:t>
          </a:r>
          <a:endParaRPr lang="en-US" sz="1700" kern="1200" dirty="0">
            <a:solidFill>
              <a:srgbClr val="4A66AC"/>
            </a:solidFill>
          </a:endParaRPr>
        </a:p>
      </dsp:txBody>
      <dsp:txXfrm>
        <a:off x="5717310" y="3064841"/>
        <a:ext cx="2507416" cy="106375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EF74D-AFA2-41B4-80E6-D3119FF9EDBA}">
      <dsp:nvSpPr>
        <dsp:cNvPr id="0" name=""/>
        <dsp:cNvSpPr/>
      </dsp:nvSpPr>
      <dsp:spPr>
        <a:xfrm>
          <a:off x="1054163" y="396"/>
          <a:ext cx="2436780" cy="14620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>
              <a:solidFill>
                <a:schemeClr val="bg1"/>
              </a:solidFill>
            </a:rPr>
            <a:t>The lifelike nature of generated characters makes distinguishing between real and fake information challenging.</a:t>
          </a:r>
          <a:r>
            <a:rPr lang="en-US" sz="2300" b="0" kern="1200" dirty="0">
              <a:solidFill>
                <a:schemeClr val="bg1"/>
              </a:solidFill>
              <a:latin typeface="The Serif Hand Black"/>
            </a:rPr>
            <a:t> </a:t>
          </a:r>
          <a:endParaRPr lang="en-US" sz="2300" kern="1200" dirty="0">
            <a:solidFill>
              <a:schemeClr val="bg1"/>
            </a:solidFill>
            <a:latin typeface="The Serif Hand Black"/>
          </a:endParaRPr>
        </a:p>
      </dsp:txBody>
      <dsp:txXfrm>
        <a:off x="1054163" y="396"/>
        <a:ext cx="2436780" cy="1462068"/>
      </dsp:txXfrm>
    </dsp:sp>
    <dsp:sp modelId="{C2EB7FD9-89FC-4601-BBD0-5A83D3E2BEE2}">
      <dsp:nvSpPr>
        <dsp:cNvPr id="0" name=""/>
        <dsp:cNvSpPr/>
      </dsp:nvSpPr>
      <dsp:spPr>
        <a:xfrm>
          <a:off x="1054163" y="1706143"/>
          <a:ext cx="2436780" cy="14620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>
              <a:solidFill>
                <a:schemeClr val="bg1"/>
              </a:solidFill>
            </a:rPr>
            <a:t>Virtual characters could potentially be exploited by cyber criminals </a:t>
          </a:r>
          <a:endParaRPr lang="en-US" sz="2300" kern="1200" dirty="0">
            <a:solidFill>
              <a:schemeClr val="bg1"/>
            </a:solidFill>
          </a:endParaRPr>
        </a:p>
      </dsp:txBody>
      <dsp:txXfrm>
        <a:off x="1054163" y="1706143"/>
        <a:ext cx="2436780" cy="14620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F1FC1-EBE0-4EEE-B94D-BB62D8CDB280}">
      <dsp:nvSpPr>
        <dsp:cNvPr id="0" name=""/>
        <dsp:cNvSpPr/>
      </dsp:nvSpPr>
      <dsp:spPr>
        <a:xfrm>
          <a:off x="3877581" y="785889"/>
          <a:ext cx="6062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189" y="45719"/>
              </a:lnTo>
            </a:path>
            <a:path>
              <a:moveTo>
                <a:pt x="319030" y="45719"/>
              </a:moveTo>
              <a:lnTo>
                <a:pt x="60622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164771" y="640563"/>
        <a:ext cx="31841" cy="382092"/>
      </dsp:txXfrm>
    </dsp:sp>
    <dsp:sp modelId="{4BA732FD-09FF-4086-B5CD-D3919B37E6A2}">
      <dsp:nvSpPr>
        <dsp:cNvPr id="0" name=""/>
        <dsp:cNvSpPr/>
      </dsp:nvSpPr>
      <dsp:spPr>
        <a:xfrm>
          <a:off x="1110596" y="973"/>
          <a:ext cx="2768785" cy="1661271"/>
        </a:xfrm>
        <a:prstGeom prst="rect">
          <a:avLst/>
        </a:prstGeom>
        <a:solidFill>
          <a:srgbClr val="4A66A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73" tIns="142412" rIns="135673" bIns="14241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kern="1200" dirty="0">
              <a:latin typeface="Arial"/>
              <a:cs typeface="Arial"/>
            </a:rPr>
            <a:t>Falsely attributing human thought processes and emotions to AI</a:t>
          </a:r>
          <a:endParaRPr lang="en-US" sz="1600" kern="1200" dirty="0">
            <a:latin typeface="Arial"/>
            <a:cs typeface="Arial"/>
          </a:endParaRPr>
        </a:p>
      </dsp:txBody>
      <dsp:txXfrm>
        <a:off x="1110596" y="973"/>
        <a:ext cx="2768785" cy="1661271"/>
      </dsp:txXfrm>
    </dsp:sp>
    <dsp:sp modelId="{7B6670BE-3BF0-4BC4-8069-D535FD347269}">
      <dsp:nvSpPr>
        <dsp:cNvPr id="0" name=""/>
        <dsp:cNvSpPr/>
      </dsp:nvSpPr>
      <dsp:spPr>
        <a:xfrm>
          <a:off x="7283187" y="785889"/>
          <a:ext cx="6062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189" y="45719"/>
              </a:lnTo>
            </a:path>
            <a:path>
              <a:moveTo>
                <a:pt x="319030" y="45719"/>
              </a:moveTo>
              <a:lnTo>
                <a:pt x="60622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570377" y="646433"/>
        <a:ext cx="31841" cy="370350"/>
      </dsp:txXfrm>
    </dsp:sp>
    <dsp:sp modelId="{6DB06D3F-D80A-437F-8C05-FC6B4E068A66}">
      <dsp:nvSpPr>
        <dsp:cNvPr id="0" name=""/>
        <dsp:cNvSpPr/>
      </dsp:nvSpPr>
      <dsp:spPr>
        <a:xfrm>
          <a:off x="4516202" y="973"/>
          <a:ext cx="2768785" cy="1661271"/>
        </a:xfrm>
        <a:prstGeom prst="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73" tIns="142412" rIns="135673" bIns="14241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kern="1200" dirty="0">
              <a:latin typeface="Arial"/>
              <a:cs typeface="Arial"/>
            </a:rPr>
            <a:t>Believing that the AI is more intelligent than it is, capable of complex reasoning and problem-solving</a:t>
          </a:r>
          <a:endParaRPr lang="en-US" sz="1600" kern="1200" dirty="0">
            <a:latin typeface="Arial"/>
            <a:cs typeface="Arial"/>
          </a:endParaRPr>
        </a:p>
      </dsp:txBody>
      <dsp:txXfrm>
        <a:off x="4516202" y="973"/>
        <a:ext cx="2768785" cy="1661271"/>
      </dsp:txXfrm>
    </dsp:sp>
    <dsp:sp modelId="{8F529EA8-11A9-4DF0-A41A-5A39BC5DAD03}">
      <dsp:nvSpPr>
        <dsp:cNvPr id="0" name=""/>
        <dsp:cNvSpPr/>
      </dsp:nvSpPr>
      <dsp:spPr>
        <a:xfrm>
          <a:off x="2494989" y="1660444"/>
          <a:ext cx="6811211" cy="606220"/>
        </a:xfrm>
        <a:custGeom>
          <a:avLst/>
          <a:gdLst/>
          <a:ahLst/>
          <a:cxnLst/>
          <a:rect l="0" t="0" r="0" b="0"/>
          <a:pathLst>
            <a:path>
              <a:moveTo>
                <a:pt x="6811211" y="0"/>
              </a:moveTo>
              <a:lnTo>
                <a:pt x="6811211" y="320210"/>
              </a:lnTo>
              <a:lnTo>
                <a:pt x="0" y="320210"/>
              </a:lnTo>
              <a:lnTo>
                <a:pt x="0" y="6062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729572" y="1778379"/>
        <a:ext cx="342045" cy="370350"/>
      </dsp:txXfrm>
    </dsp:sp>
    <dsp:sp modelId="{6E6A3674-2B87-4844-87D6-CC33E0E3856E}">
      <dsp:nvSpPr>
        <dsp:cNvPr id="0" name=""/>
        <dsp:cNvSpPr/>
      </dsp:nvSpPr>
      <dsp:spPr>
        <a:xfrm>
          <a:off x="7921808" y="973"/>
          <a:ext cx="2768785" cy="1661271"/>
        </a:xfrm>
        <a:prstGeom prst="rect">
          <a:avLst/>
        </a:prstGeom>
        <a:solidFill>
          <a:srgbClr val="4A66A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73" tIns="142412" rIns="135673" bIns="14241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kern="1200">
              <a:latin typeface="Arial"/>
              <a:cs typeface="Arial"/>
            </a:rPr>
            <a:t>Forming emotional connections with the AI</a:t>
          </a:r>
          <a:endParaRPr lang="en-US" sz="1600" kern="1200">
            <a:latin typeface="Arial"/>
            <a:cs typeface="Arial"/>
          </a:endParaRPr>
        </a:p>
      </dsp:txBody>
      <dsp:txXfrm>
        <a:off x="7921808" y="973"/>
        <a:ext cx="2768785" cy="1661271"/>
      </dsp:txXfrm>
    </dsp:sp>
    <dsp:sp modelId="{BAE14B61-A1CF-4478-BA95-76712BE63D76}">
      <dsp:nvSpPr>
        <dsp:cNvPr id="0" name=""/>
        <dsp:cNvSpPr/>
      </dsp:nvSpPr>
      <dsp:spPr>
        <a:xfrm>
          <a:off x="3877581" y="3083980"/>
          <a:ext cx="6062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7189" y="45719"/>
              </a:lnTo>
            </a:path>
            <a:path>
              <a:moveTo>
                <a:pt x="319030" y="45719"/>
              </a:moveTo>
              <a:lnTo>
                <a:pt x="60622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164771" y="2944525"/>
        <a:ext cx="31841" cy="370350"/>
      </dsp:txXfrm>
    </dsp:sp>
    <dsp:sp modelId="{F0736DE7-87F8-41F4-BED8-27B62E9BFED4}">
      <dsp:nvSpPr>
        <dsp:cNvPr id="0" name=""/>
        <dsp:cNvSpPr/>
      </dsp:nvSpPr>
      <dsp:spPr>
        <a:xfrm>
          <a:off x="1110596" y="2299065"/>
          <a:ext cx="2768785" cy="166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73" tIns="142412" rIns="135673" bIns="14241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kern="1200">
              <a:latin typeface="Arial"/>
              <a:cs typeface="Arial"/>
            </a:rPr>
            <a:t>Assuming that the AI's outputs reflects an emotional intelligence or connection</a:t>
          </a:r>
          <a:endParaRPr lang="en-US" sz="1600" kern="1200">
            <a:latin typeface="Arial"/>
            <a:cs typeface="Arial"/>
          </a:endParaRPr>
        </a:p>
      </dsp:txBody>
      <dsp:txXfrm>
        <a:off x="1110596" y="2299065"/>
        <a:ext cx="2768785" cy="1661271"/>
      </dsp:txXfrm>
    </dsp:sp>
    <dsp:sp modelId="{56DC3B9C-3470-4493-946A-20564877A5E6}">
      <dsp:nvSpPr>
        <dsp:cNvPr id="0" name=""/>
        <dsp:cNvSpPr/>
      </dsp:nvSpPr>
      <dsp:spPr>
        <a:xfrm>
          <a:off x="4516202" y="2299065"/>
          <a:ext cx="2768785" cy="166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73" tIns="142412" rIns="135673" bIns="14241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kern="1200">
              <a:latin typeface="Arial"/>
              <a:cs typeface="Arial"/>
            </a:rPr>
            <a:t>Projecting human traits onto the AI. Someone interacting with a chatbot may unconsciously assume an AI's behavior is similar to human behavior </a:t>
          </a:r>
          <a:endParaRPr lang="en-US" sz="1600" kern="1200">
            <a:latin typeface="Arial"/>
            <a:cs typeface="Arial"/>
          </a:endParaRPr>
        </a:p>
      </dsp:txBody>
      <dsp:txXfrm>
        <a:off x="4516202" y="2299065"/>
        <a:ext cx="2768785" cy="166127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BFB55-8924-4B39-81F2-C65587F9352E}">
      <dsp:nvSpPr>
        <dsp:cNvPr id="0" name=""/>
        <dsp:cNvSpPr/>
      </dsp:nvSpPr>
      <dsp:spPr>
        <a:xfrm>
          <a:off x="0" y="2269"/>
          <a:ext cx="104571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C8D6C-0848-46C6-83DE-C8E642E8E89B}">
      <dsp:nvSpPr>
        <dsp:cNvPr id="0" name=""/>
        <dsp:cNvSpPr/>
      </dsp:nvSpPr>
      <dsp:spPr>
        <a:xfrm>
          <a:off x="10212" y="61902"/>
          <a:ext cx="10446975" cy="694706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solidFill>
                <a:srgbClr val="4A66AC"/>
              </a:solidFill>
              <a:latin typeface="+mn-lt"/>
            </a:rPr>
            <a:t>Aware of the ELIZA Effect &amp; set boundaries.</a:t>
          </a:r>
        </a:p>
      </dsp:txBody>
      <dsp:txXfrm>
        <a:off x="10212" y="61902"/>
        <a:ext cx="10446975" cy="694706"/>
      </dsp:txXfrm>
    </dsp:sp>
    <dsp:sp modelId="{E47699C9-2EEB-4A32-80C2-18AEA95C36B7}">
      <dsp:nvSpPr>
        <dsp:cNvPr id="0" name=""/>
        <dsp:cNvSpPr/>
      </dsp:nvSpPr>
      <dsp:spPr>
        <a:xfrm>
          <a:off x="0" y="696976"/>
          <a:ext cx="104571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B0E08-57EA-420E-B86F-0198BD9FEC41}">
      <dsp:nvSpPr>
        <dsp:cNvPr id="0" name=""/>
        <dsp:cNvSpPr/>
      </dsp:nvSpPr>
      <dsp:spPr>
        <a:xfrm>
          <a:off x="0" y="696976"/>
          <a:ext cx="10446975" cy="724266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solidFill>
                <a:srgbClr val="4A66AC"/>
              </a:solidFill>
              <a:latin typeface="+mn-lt"/>
            </a:rPr>
            <a:t>Watch! AI Companions may compound existing mental health challenges</a:t>
          </a:r>
        </a:p>
      </dsp:txBody>
      <dsp:txXfrm>
        <a:off x="0" y="696976"/>
        <a:ext cx="10446975" cy="724266"/>
      </dsp:txXfrm>
    </dsp:sp>
    <dsp:sp modelId="{95D90B11-6CE3-49DC-B4AD-20BEB3D0A2D6}">
      <dsp:nvSpPr>
        <dsp:cNvPr id="0" name=""/>
        <dsp:cNvSpPr/>
      </dsp:nvSpPr>
      <dsp:spPr>
        <a:xfrm>
          <a:off x="0" y="1421243"/>
          <a:ext cx="104571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7FC32-2F8A-45B6-A3E1-0C3121F48D30}">
      <dsp:nvSpPr>
        <dsp:cNvPr id="0" name=""/>
        <dsp:cNvSpPr/>
      </dsp:nvSpPr>
      <dsp:spPr>
        <a:xfrm>
          <a:off x="0" y="1421243"/>
          <a:ext cx="10446975" cy="721247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solidFill>
                <a:srgbClr val="4A66AC"/>
              </a:solidFill>
              <a:latin typeface="+mn-lt"/>
            </a:rPr>
            <a:t>KNOW the symptoms of mental duress which include anxiety, depression, &amp; withdrawing</a:t>
          </a:r>
        </a:p>
      </dsp:txBody>
      <dsp:txXfrm>
        <a:off x="0" y="1421243"/>
        <a:ext cx="10446975" cy="721247"/>
      </dsp:txXfrm>
    </dsp:sp>
    <dsp:sp modelId="{0CE3EE4F-9463-4BCF-9E9D-09887267E9F2}">
      <dsp:nvSpPr>
        <dsp:cNvPr id="0" name=""/>
        <dsp:cNvSpPr/>
      </dsp:nvSpPr>
      <dsp:spPr>
        <a:xfrm>
          <a:off x="0" y="2142490"/>
          <a:ext cx="104571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C0D8B-BE4F-4AB4-81D3-173310EA9F81}">
      <dsp:nvSpPr>
        <dsp:cNvPr id="0" name=""/>
        <dsp:cNvSpPr/>
      </dsp:nvSpPr>
      <dsp:spPr>
        <a:xfrm>
          <a:off x="0" y="2142490"/>
          <a:ext cx="10446975" cy="709181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solidFill>
                <a:srgbClr val="4A66AC"/>
              </a:solidFill>
              <a:latin typeface="+mn-lt"/>
            </a:rPr>
            <a:t>Seek professional help for mental issues</a:t>
          </a:r>
        </a:p>
      </dsp:txBody>
      <dsp:txXfrm>
        <a:off x="0" y="2142490"/>
        <a:ext cx="10446975" cy="709181"/>
      </dsp:txXfrm>
    </dsp:sp>
    <dsp:sp modelId="{E056C67C-AB93-4B7F-A722-1B729C7C6196}">
      <dsp:nvSpPr>
        <dsp:cNvPr id="0" name=""/>
        <dsp:cNvSpPr/>
      </dsp:nvSpPr>
      <dsp:spPr>
        <a:xfrm>
          <a:off x="0" y="2851671"/>
          <a:ext cx="104571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97E6A-17E5-4A42-A986-D0EBF6BD7AC4}">
      <dsp:nvSpPr>
        <dsp:cNvPr id="0" name=""/>
        <dsp:cNvSpPr/>
      </dsp:nvSpPr>
      <dsp:spPr>
        <a:xfrm>
          <a:off x="0" y="2851671"/>
          <a:ext cx="10446975" cy="1217866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solidFill>
                <a:srgbClr val="4A66AC"/>
              </a:solidFill>
              <a:latin typeface="+mn-lt"/>
            </a:rPr>
            <a:t>Don’t ignore the dangers because a chatbot assistant conversations seem harmless or cute. REMEMBER a chatbot is created by a corporate entity which has an agenda.</a:t>
          </a:r>
        </a:p>
      </dsp:txBody>
      <dsp:txXfrm>
        <a:off x="0" y="2851671"/>
        <a:ext cx="10446975" cy="1217866"/>
      </dsp:txXfrm>
    </dsp:sp>
    <dsp:sp modelId="{F5209FAF-9E42-41E4-8784-E089E2C1B086}">
      <dsp:nvSpPr>
        <dsp:cNvPr id="0" name=""/>
        <dsp:cNvSpPr/>
      </dsp:nvSpPr>
      <dsp:spPr>
        <a:xfrm>
          <a:off x="0" y="4069538"/>
          <a:ext cx="104571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96718-9786-4901-819A-5A82AFD4EC4B}">
      <dsp:nvSpPr>
        <dsp:cNvPr id="0" name=""/>
        <dsp:cNvSpPr/>
      </dsp:nvSpPr>
      <dsp:spPr>
        <a:xfrm>
          <a:off x="0" y="4069538"/>
          <a:ext cx="10446975" cy="879042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solidFill>
                <a:srgbClr val="4A66AC"/>
              </a:solidFill>
              <a:latin typeface="+mn-lt"/>
            </a:rPr>
            <a:t>STAY informed on popular apps such as character.AI, Replika, Pygmalion AI, &amp; Chai and be aware of the potential for misuse</a:t>
          </a:r>
        </a:p>
      </dsp:txBody>
      <dsp:txXfrm>
        <a:off x="0" y="4069538"/>
        <a:ext cx="10446975" cy="879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9/21/2023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9/21/2023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duke.edu/c.php?g=1297624&amp;p=9531612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csuchico.edu/lins/handouts/eval_websites.pdf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duke.edu/c.php?g=1297624&amp;p=9531612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csuchico.edu/lins/handouts/eval_websites.pdf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thinkers.com/mental-model/eliza-effect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a.org/topics/social-media-internet/health-advisory-adolescent-social-media-use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tactics.com/blog/negative-effects-of-technology-on-mental-health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070c3b8b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8070c3b8b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070c3b8b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8070c3b8b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86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7ee3c261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7ee3c261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8070c3b8b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8070c3b8b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070c3b8b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8070c3b8bb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8070c3b8b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8070c3b8b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https://guides.library.duke.edu/c.php?g=1297624&amp;p=9531612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This  test was first created by Molly Beestrum and </a:t>
            </a:r>
            <a:r>
              <a:rPr lang="en" sz="900">
                <a:solidFill>
                  <a:srgbClr val="2954D1"/>
                </a:solidFill>
                <a:highlight>
                  <a:srgbClr val="FFFFFF"/>
                </a:highlight>
              </a:rPr>
              <a:t>​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Kenneth Orenic at Dominican University as "CRAP," a team of librarians  at  Meriam</a:t>
            </a:r>
            <a:r>
              <a:rPr lang="en" sz="650">
                <a:solidFill>
                  <a:srgbClr val="333333"/>
                </a:solidFill>
                <a:highlight>
                  <a:srgbClr val="FFFFFF"/>
                </a:highlight>
              </a:rPr>
              <a:t> Library, CSU then 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developed the test into </a:t>
            </a:r>
            <a:r>
              <a:rPr lang="en" sz="900">
                <a:solidFill>
                  <a:srgbClr val="2954D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CRAAP 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The original worksheet is linked here </a:t>
            </a:r>
            <a:r>
              <a:rPr lang="en" sz="900">
                <a:solidFill>
                  <a:srgbClr val="2954D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Information -- Applying the CRAAP Test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;)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71d9a543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471d9a543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https://guides.library.duke.edu/c.php?g=1297624&amp;p=9531612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This  test was first created by Molly Beestrum and </a:t>
            </a:r>
            <a:r>
              <a:rPr lang="en" sz="900">
                <a:solidFill>
                  <a:srgbClr val="2954D1"/>
                </a:solidFill>
                <a:highlight>
                  <a:srgbClr val="FFFFFF"/>
                </a:highlight>
              </a:rPr>
              <a:t>​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Kenneth Orenic at Dominican University as "CRAP," a team of librarians  at  Meriam</a:t>
            </a:r>
            <a:r>
              <a:rPr lang="en" sz="650">
                <a:solidFill>
                  <a:srgbClr val="333333"/>
                </a:solidFill>
                <a:highlight>
                  <a:srgbClr val="FFFFFF"/>
                </a:highlight>
              </a:rPr>
              <a:t> Library, CSU then 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developed the test into </a:t>
            </a:r>
            <a:r>
              <a:rPr lang="en" sz="900">
                <a:solidFill>
                  <a:srgbClr val="2954D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CRAAP 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The original worksheet is linked here </a:t>
            </a:r>
            <a:r>
              <a:rPr lang="en" sz="900">
                <a:solidFill>
                  <a:srgbClr val="2954D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Information -- Applying the CRAAP Test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</a:rPr>
              <a:t>;)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5448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070c3b8b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070c3b8b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8070c3b8b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8070c3b8bb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070c3b8b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8070c3b8b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https://cybernews.com/tech/ai-companions-explained/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https://www.context.news/ai/my-perfect-girlfriend-are-ai-partners-a-threat-to-womens-rights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0450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070c3b8b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8070c3b8b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Blush is an example of an AI Companion Dating Simulation Application which has the potential to be misused and have harmful effects.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71d9a543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71d9a543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https://modelthinkers.com/mental-model/eliza-effect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https://www.humanprotocol.org/blog/what-is-the-eliza-effect-or-the-art-of-falling-in-love-with-an-ai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070c3b8bb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8070c3b8bb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https://www.apa.org/topics/social-media-internet/health-advisory-adolescent-social-media-use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https://etactics.com/blog/negative-effects-of-technology-on-mental-health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https://www.commonsensemedia.org/sites/default/files/featured-content/final-ai-and-our-kids-final-for-web.pdf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https://www.goodrx.com/health-topic/mental-health/what-is-digital-overload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070c3b8bb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070c3b8bb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you or a loved one have been a victim of a scam, go to USA.gov, click on the Scams and Fraud link which will ask questions about the type of scam, where to report it, and next steps to protect you or a loved one. 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8070c3b8b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8070c3b8bb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1440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  <p:sldLayoutId id="214748375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reativecommons.org/licenses/by-sa/3.0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creativecommons.org/licenses/by-sa/3.0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10" Type="http://schemas.openxmlformats.org/officeDocument/2006/relationships/hyperlink" Target="https://creativecommons.org/licenses/by-sa/3.0/" TargetMode="External"/><Relationship Id="rId4" Type="http://schemas.openxmlformats.org/officeDocument/2006/relationships/diagramData" Target="../diagrams/data5.xml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6.xml"/><Relationship Id="rId11" Type="http://schemas.openxmlformats.org/officeDocument/2006/relationships/hyperlink" Target="https://creativecommons.org/licenses/by-sa/3.0/" TargetMode="Externa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hyperlink" Target="https://creativecommons.org/licenses/by-sa/3.0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21.svg"/><Relationship Id="rId4" Type="http://schemas.openxmlformats.org/officeDocument/2006/relationships/diagramLayout" Target="../diagrams/layout11.xml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83CD-059C-4A3C-8337-1053A066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6000" dirty="0"/>
              <a:t>October Cybersecurity Awareness Month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B3776-57DD-4448-8136-9BBC1793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05717" y="5925312"/>
            <a:ext cx="9781508" cy="1059751"/>
          </a:xfrm>
        </p:spPr>
        <p:txBody>
          <a:bodyPr/>
          <a:lstStyle/>
          <a:p>
            <a:pPr algn="l"/>
            <a:r>
              <a:rPr lang="en-US" sz="2000" i="0" dirty="0">
                <a:solidFill>
                  <a:schemeClr val="bg2">
                    <a:lumMod val="25000"/>
                  </a:schemeClr>
                </a:solidFill>
                <a:effectLst/>
                <a:latin typeface="Arial Narrow" panose="020B0606020202030204" pitchFamily="34" charset="0"/>
              </a:rPr>
              <a:t>This work is licensed under a Creative Commons Attribution 4.0 International License</a:t>
            </a:r>
          </a:p>
          <a:p>
            <a:pPr algn="l"/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0A5F81-EE45-46FC-B164-639C4AA869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Artificial Intelligence Topics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373C2-8A93-6603-8FEA-A61449838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74" y="6365346"/>
            <a:ext cx="914479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0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03268D-61A2-D3AD-0D92-7D5E2D71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419540" cy="5431536"/>
          </a:xfrm>
        </p:spPr>
        <p:txBody>
          <a:bodyPr>
            <a:normAutofit/>
          </a:bodyPr>
          <a:lstStyle/>
          <a:p>
            <a:r>
              <a:rPr lang="en" sz="6000" b="1" dirty="0">
                <a:solidFill>
                  <a:srgbClr val="4A66AC"/>
                </a:solidFill>
                <a:highlight>
                  <a:srgbClr val="FFFFFF"/>
                </a:highlight>
              </a:rPr>
              <a:t>Cybersecurity Awareness Month</a:t>
            </a:r>
            <a:endParaRPr lang="en-US" sz="6000" dirty="0">
              <a:solidFill>
                <a:srgbClr val="4A66AC"/>
              </a:solidFill>
            </a:endParaRP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Google Shape;57;p13"/>
          <p:cNvSpPr txBox="1">
            <a:spLocks noGrp="1"/>
          </p:cNvSpPr>
          <p:nvPr>
            <p:ph idx="1"/>
          </p:nvPr>
        </p:nvSpPr>
        <p:spPr>
          <a:xfrm>
            <a:off x="5464672" y="-336909"/>
            <a:ext cx="6052158" cy="5431536"/>
          </a:xfrm>
          <a:prstGeom prst="rect">
            <a:avLst/>
          </a:prstGeom>
        </p:spPr>
        <p:txBody>
          <a:bodyPr spcFirstLastPara="1" vert="horz" lIns="121900" tIns="121900" rIns="121900" bIns="121900" rtlCol="0" anchor="ctr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4A66AC"/>
                </a:solidFill>
                <a:highlight>
                  <a:srgbClr val="FFFFFF"/>
                </a:highlight>
              </a:rPr>
              <a:t>Cybersecurity Awareness Month is a collaboration between government and private industry to raise awareness about digital security and empower everyone to protect their personal data from digital forms of crime.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4A66AC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4A66AC"/>
                </a:solidFill>
                <a:highlight>
                  <a:srgbClr val="FFFFFF"/>
                </a:highlight>
              </a:rPr>
              <a:t>Cybersecurity Awareness Month 2023 will focuses on four key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4A66A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1528F0-5BE5-CADD-38CC-796812570A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965732"/>
              </p:ext>
            </p:extLst>
          </p:nvPr>
        </p:nvGraphicFramePr>
        <p:xfrm>
          <a:off x="6291385" y="3202354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33" name="TextBox 532">
            <a:extLst>
              <a:ext uri="{FF2B5EF4-FFF2-40B4-BE49-F238E27FC236}">
                <a16:creationId xmlns:a16="http://schemas.microsoft.com/office/drawing/2014/main" id="{88B4B8BE-AA31-90DD-E814-B0D5ADAB8786}"/>
              </a:ext>
            </a:extLst>
          </p:cNvPr>
          <p:cNvSpPr txBox="1"/>
          <p:nvPr/>
        </p:nvSpPr>
        <p:spPr>
          <a:xfrm>
            <a:off x="675170" y="5039892"/>
            <a:ext cx="620150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4A66AC"/>
                </a:solidFill>
              </a:rPr>
              <a:t>More 2023 October Cybersecurity Awareness Month Information </a:t>
            </a:r>
            <a:endParaRPr lang="en-US" sz="2000" dirty="0"/>
          </a:p>
          <a:p>
            <a:r>
              <a:rPr lang="en-US" sz="2000" b="1" dirty="0">
                <a:solidFill>
                  <a:srgbClr val="4A66AC"/>
                </a:solidFill>
              </a:rPr>
              <a:t>https://www.cisa.gov/cybersecurity-awareness-month​</a:t>
            </a:r>
            <a:endParaRPr lang="en-US" sz="2000" dirty="0"/>
          </a:p>
          <a:p>
            <a:r>
              <a:rPr lang="en-US" sz="2000" b="1" dirty="0">
                <a:solidFill>
                  <a:srgbClr val="4A66AC"/>
                </a:solidFill>
              </a:rPr>
              <a:t>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804BF-F5DA-E6AC-C912-4740A0A2F1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970" y="6485382"/>
            <a:ext cx="914400" cy="31953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C23CA55-37F6-301F-400A-7CCECDDC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28614" y="6071957"/>
            <a:ext cx="10484843" cy="1059751"/>
          </a:xfrm>
        </p:spPr>
        <p:txBody>
          <a:bodyPr/>
          <a:lstStyle/>
          <a:p>
            <a:pPr algn="l"/>
            <a:r>
              <a:rPr lang="en-US" i="0" dirty="0">
                <a:solidFill>
                  <a:schemeClr val="bg2">
                    <a:lumMod val="25000"/>
                  </a:schemeClr>
                </a:solidFill>
                <a:effectLst/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/>
            <a:ahLst/>
            <a:cxnLst/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rgbClr val="4A66AC"/>
                </a:solidFill>
              </a:rPr>
              <a:t>Add AI Topics for Security Awareness !</a:t>
            </a:r>
          </a:p>
        </p:txBody>
      </p:sp>
      <p:sp>
        <p:nvSpPr>
          <p:cNvPr id="84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5" name="Google Shape;64;p14">
            <a:extLst>
              <a:ext uri="{FF2B5EF4-FFF2-40B4-BE49-F238E27FC236}">
                <a16:creationId xmlns:a16="http://schemas.microsoft.com/office/drawing/2014/main" id="{067A8A46-D301-F9C4-FEF8-B582BB5B3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08131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9664548-D06E-6DAA-B22A-1BDF3F48BD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447" y="6022854"/>
            <a:ext cx="914400" cy="31953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000B0-D7A7-B5D4-881E-B2378159D000}"/>
              </a:ext>
            </a:extLst>
          </p:cNvPr>
          <p:cNvSpPr txBox="1">
            <a:spLocks/>
          </p:cNvSpPr>
          <p:nvPr/>
        </p:nvSpPr>
        <p:spPr>
          <a:xfrm>
            <a:off x="0" y="6400730"/>
            <a:ext cx="11705927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D36DCF-DE65-D4B0-62DA-19C1883AB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 the information provided in these slides to include important AI Security Awareness Topics for October Cybersecurity Awareness Month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0082-8B41-AB06-67C0-4E30A1BD10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4A66AC"/>
                </a:solidFill>
              </a:rPr>
              <a:t> !</a:t>
            </a:r>
            <a:endParaRPr lang="en-US">
              <a:solidFill>
                <a:srgbClr val="4A66A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D67033-4B4E-5FCB-46B8-1C50A2C31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86" y="6355460"/>
            <a:ext cx="914400" cy="31953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ED95048-70B8-BC59-2BAC-0C5021EDE157}"/>
              </a:ext>
            </a:extLst>
          </p:cNvPr>
          <p:cNvSpPr txBox="1">
            <a:spLocks/>
          </p:cNvSpPr>
          <p:nvPr/>
        </p:nvSpPr>
        <p:spPr>
          <a:xfrm>
            <a:off x="1504767" y="6355460"/>
            <a:ext cx="11685822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1229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/>
            <a:ahLst/>
            <a:cxnLst/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5400">
                <a:solidFill>
                  <a:schemeClr val="bg1"/>
                </a:solidFill>
              </a:rPr>
              <a:t>Deep Fakes</a:t>
            </a:r>
          </a:p>
        </p:txBody>
      </p:sp>
      <p:graphicFrame>
        <p:nvGraphicFramePr>
          <p:cNvPr id="73" name="Google Shape;71;p15">
            <a:extLst>
              <a:ext uri="{FF2B5EF4-FFF2-40B4-BE49-F238E27FC236}">
                <a16:creationId xmlns:a16="http://schemas.microsoft.com/office/drawing/2014/main" id="{554157AD-BD76-66B4-127B-819E8812AB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694620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04CFDC5-380B-62B9-B398-542D3D2F5F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01" y="6349112"/>
            <a:ext cx="914400" cy="319530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5893ED-D4C2-3F71-985A-B7563CB7AC37}"/>
              </a:ext>
            </a:extLst>
          </p:cNvPr>
          <p:cNvSpPr txBox="1">
            <a:spLocks/>
          </p:cNvSpPr>
          <p:nvPr/>
        </p:nvSpPr>
        <p:spPr>
          <a:xfrm>
            <a:off x="1159917" y="6328124"/>
            <a:ext cx="11206836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292033" y="1815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solidFill>
                  <a:srgbClr val="4A66AC"/>
                </a:solidFill>
              </a:rPr>
              <a:t>Deep Fake Recommendations</a:t>
            </a:r>
            <a:endParaRPr dirty="0">
              <a:solidFill>
                <a:srgbClr val="4A66AC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7156009" y="5837369"/>
            <a:ext cx="7558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000" dirty="0">
                <a:solidFill>
                  <a:schemeClr val="dk2"/>
                </a:solidFill>
                <a:latin typeface="Arial Narrow" panose="020B0606020202030204" pitchFamily="34" charset="0"/>
              </a:rPr>
              <a:t>https://www.ic3.gov/Media/Y2023/PSA230605#fna</a:t>
            </a:r>
            <a:endParaRPr sz="2000" dirty="0">
              <a:solidFill>
                <a:schemeClr val="dk2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80" name="Google Shape;77;p16">
            <a:extLst>
              <a:ext uri="{FF2B5EF4-FFF2-40B4-BE49-F238E27FC236}">
                <a16:creationId xmlns:a16="http://schemas.microsoft.com/office/drawing/2014/main" id="{961231A8-8E4E-3F45-768F-AA873E626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426687"/>
              </p:ext>
            </p:extLst>
          </p:nvPr>
        </p:nvGraphicFramePr>
        <p:xfrm>
          <a:off x="292033" y="1351700"/>
          <a:ext cx="11360800" cy="455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7F240A6-A356-8D57-CC35-F79416DD31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601" y="6391326"/>
            <a:ext cx="914479" cy="323116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37D6BED-E24E-5E6B-89F6-6A69A3E2B34B}"/>
              </a:ext>
            </a:extLst>
          </p:cNvPr>
          <p:cNvSpPr txBox="1">
            <a:spLocks/>
          </p:cNvSpPr>
          <p:nvPr/>
        </p:nvSpPr>
        <p:spPr>
          <a:xfrm>
            <a:off x="1925223" y="6392132"/>
            <a:ext cx="11685822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415600" y="1300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solidFill>
                  <a:srgbClr val="4A66AC"/>
                </a:solidFill>
              </a:rPr>
              <a:t>Deep Fake Victim Resources </a:t>
            </a:r>
            <a:endParaRPr dirty="0">
              <a:solidFill>
                <a:srgbClr val="4A66AC"/>
              </a:solidFill>
            </a:endParaRPr>
          </a:p>
        </p:txBody>
      </p:sp>
      <p:graphicFrame>
        <p:nvGraphicFramePr>
          <p:cNvPr id="84" name="Google Shape;84;p17"/>
          <p:cNvGraphicFramePr/>
          <p:nvPr>
            <p:extLst>
              <p:ext uri="{D42A27DB-BD31-4B8C-83A1-F6EECF244321}">
                <p14:modId xmlns:p14="http://schemas.microsoft.com/office/powerpoint/2010/main" val="261788154"/>
              </p:ext>
            </p:extLst>
          </p:nvPr>
        </p:nvGraphicFramePr>
        <p:xfrm>
          <a:off x="545995" y="1688151"/>
          <a:ext cx="10774988" cy="4360086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077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21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olidFill>
                            <a:schemeClr val="bg1"/>
                          </a:solidFill>
                          <a:sym typeface="Proxima Nova Semibold"/>
                        </a:rPr>
                        <a:t>FBI </a:t>
                      </a:r>
                      <a:r>
                        <a:rPr lang="en" sz="2800" dirty="0">
                          <a:solidFill>
                            <a:schemeClr val="bg1"/>
                          </a:solidFill>
                          <a:sym typeface="Proxima Nova"/>
                        </a:rPr>
                        <a:t>Retain all information regarding the incident (e.g., usernames, email addresses, websites or names of platforms used for communication, photos, videos, etc.) and immediately report.</a:t>
                      </a:r>
                      <a:r>
                        <a:rPr lang="en" sz="2800" dirty="0">
                          <a:solidFill>
                            <a:schemeClr val="bg1"/>
                          </a:solidFill>
                        </a:rPr>
                        <a:t> FBI Internet Crime Complaint Center www.ic3.gov 1-800-225-5324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7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olidFill>
                            <a:schemeClr val="bg1"/>
                          </a:solidFill>
                          <a:sym typeface="Proxima Nova Semibold"/>
                        </a:rPr>
                        <a:t>Stop Non-Consensual Intimate Image Abuse</a:t>
                      </a:r>
                      <a:endParaRPr sz="2800" dirty="0">
                        <a:solidFill>
                          <a:schemeClr val="bg1"/>
                        </a:solidFill>
                        <a:sym typeface="Proxima Nova Semibol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olidFill>
                            <a:schemeClr val="bg1"/>
                          </a:solidFill>
                          <a:sym typeface="Proxima Nova"/>
                        </a:rPr>
                        <a:t>An original normal photo is manipulated to create a nude photo, submit the original photo and edited photo.</a:t>
                      </a:r>
                      <a:r>
                        <a:rPr lang="en" sz="2800" dirty="0">
                          <a:solidFill>
                            <a:schemeClr val="bg1"/>
                          </a:solidFill>
                        </a:rPr>
                        <a:t>  https://stopncii.org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21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olidFill>
                            <a:schemeClr val="bg1"/>
                          </a:solidFill>
                          <a:sym typeface="Proxima Nova Semibold"/>
                        </a:rPr>
                        <a:t>The National Center for Missing and Exploited Children</a:t>
                      </a:r>
                      <a:r>
                        <a:rPr lang="en" sz="2800" dirty="0">
                          <a:solidFill>
                            <a:schemeClr val="bg1"/>
                          </a:solidFill>
                        </a:rPr>
                        <a:t> </a:t>
                      </a:r>
                      <a:endParaRPr sz="2800" dirty="0">
                        <a:solidFill>
                          <a:schemeClr val="bg1"/>
                        </a:solidFill>
                        <a:sym typeface="Proxima Nova Semibold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olidFill>
                            <a:schemeClr val="bg1"/>
                          </a:solidFill>
                        </a:rPr>
                        <a:t>https://takeitdown.ncmec.org       www.cybertipline.org</a:t>
                      </a:r>
                      <a:endParaRPr lang="en" sz="2800" dirty="0">
                        <a:solidFill>
                          <a:schemeClr val="bg1"/>
                        </a:solidFill>
                        <a:sym typeface="Georgia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" name="Google Shape;85;p17"/>
          <p:cNvSpPr txBox="1"/>
          <p:nvPr/>
        </p:nvSpPr>
        <p:spPr>
          <a:xfrm>
            <a:off x="507736" y="1099693"/>
            <a:ext cx="89792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b="1" dirty="0">
                <a:solidFill>
                  <a:srgbClr val="4A66AC"/>
                </a:solidFill>
                <a:latin typeface="The Hand Black"/>
                <a:ea typeface="Proxima Nova"/>
                <a:cs typeface="Proxima Nova"/>
                <a:sym typeface="Proxima Nova"/>
              </a:rPr>
              <a:t>If you or a family member are you are the victim </a:t>
            </a:r>
            <a:endParaRPr lang="en-US" sz="2400" b="1" dirty="0">
              <a:solidFill>
                <a:srgbClr val="4A66AC"/>
              </a:solidFill>
              <a:latin typeface="The Hand Black"/>
              <a:ea typeface="Proxima Nova"/>
              <a:cs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91C64-86B2-3FBA-9A3F-D37CD648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07" y="6404884"/>
            <a:ext cx="914479" cy="323116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7BF577-11E6-0DE2-AF94-DCD2E7B27B96}"/>
              </a:ext>
            </a:extLst>
          </p:cNvPr>
          <p:cNvSpPr txBox="1">
            <a:spLocks/>
          </p:cNvSpPr>
          <p:nvPr/>
        </p:nvSpPr>
        <p:spPr>
          <a:xfrm>
            <a:off x="1182568" y="6404884"/>
            <a:ext cx="11685822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/>
            <a:ahLst/>
            <a:cxnLst/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1F828"/>
          </a:solidFill>
          <a:ln w="38100" cap="rnd">
            <a:solidFill>
              <a:srgbClr val="F1F82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3" descr="Colourful carved figures of humans">
            <a:extLst>
              <a:ext uri="{FF2B5EF4-FFF2-40B4-BE49-F238E27FC236}">
                <a16:creationId xmlns:a16="http://schemas.microsoft.com/office/drawing/2014/main" id="{D3D84BD7-743D-2244-9A0B-02651C1700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14" r="25401" b="-10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2" name="Google Shape;92;p18"/>
          <p:cNvSpPr txBox="1"/>
          <p:nvPr/>
        </p:nvSpPr>
        <p:spPr>
          <a:xfrm>
            <a:off x="158950" y="1029068"/>
            <a:ext cx="6052189" cy="7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2800" b="1" dirty="0">
                <a:solidFill>
                  <a:srgbClr val="C00000"/>
                </a:solidFill>
              </a:rPr>
              <a:t>https://library.csuchico.edu/sites/default/files/craap-test.pdf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158951" y="-208517"/>
            <a:ext cx="8634802" cy="178308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6100" dirty="0">
                <a:solidFill>
                  <a:srgbClr val="4A66AC"/>
                </a:solidFill>
              </a:rPr>
              <a:t>Misinformation &amp; Disinformation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03EF3EA-3B77-B56B-A2F0-FEE956B3D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710050"/>
              </p:ext>
            </p:extLst>
          </p:nvPr>
        </p:nvGraphicFramePr>
        <p:xfrm>
          <a:off x="5077863" y="1709928"/>
          <a:ext cx="7043615" cy="4370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B4E3198-3EAA-9178-A180-7CD873FD58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952" y="6448998"/>
            <a:ext cx="914479" cy="32311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31399-A4E1-D129-6568-492AE1565985}"/>
              </a:ext>
            </a:extLst>
          </p:cNvPr>
          <p:cNvSpPr txBox="1">
            <a:spLocks/>
          </p:cNvSpPr>
          <p:nvPr/>
        </p:nvSpPr>
        <p:spPr>
          <a:xfrm>
            <a:off x="1232382" y="6448998"/>
            <a:ext cx="11685822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83446" y="217641"/>
            <a:ext cx="12220492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solidFill>
                  <a:srgbClr val="4A66AC"/>
                </a:solidFill>
              </a:rPr>
              <a:t>Recommendations Misinformation &amp; Disinformation</a:t>
            </a:r>
            <a:endParaRPr lang="en-US" dirty="0">
              <a:solidFill>
                <a:srgbClr val="4A66AC"/>
              </a:solidFill>
            </a:endParaRPr>
          </a:p>
        </p:txBody>
      </p:sp>
      <p:graphicFrame>
        <p:nvGraphicFramePr>
          <p:cNvPr id="100" name="Google Shape;98;p19">
            <a:extLst>
              <a:ext uri="{FF2B5EF4-FFF2-40B4-BE49-F238E27FC236}">
                <a16:creationId xmlns:a16="http://schemas.microsoft.com/office/drawing/2014/main" id="{32AA346F-4D64-5BA9-1495-B88AE8E45E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122226"/>
              </p:ext>
            </p:extLst>
          </p:nvPr>
        </p:nvGraphicFramePr>
        <p:xfrm>
          <a:off x="3553769" y="981241"/>
          <a:ext cx="8169882" cy="519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1" name="Google Shape;99;p19">
            <a:extLst>
              <a:ext uri="{FF2B5EF4-FFF2-40B4-BE49-F238E27FC236}">
                <a16:creationId xmlns:a16="http://schemas.microsoft.com/office/drawing/2014/main" id="{92D285A4-1B32-AF86-14B9-F7743ED6F95F}"/>
              </a:ext>
            </a:extLst>
          </p:cNvPr>
          <p:cNvSpPr txBox="1"/>
          <p:nvPr/>
        </p:nvSpPr>
        <p:spPr>
          <a:xfrm>
            <a:off x="430295" y="4667287"/>
            <a:ext cx="3732709" cy="769401"/>
          </a:xfrm>
          <a:prstGeom prst="rect">
            <a:avLst/>
          </a:prstGeom>
          <a:noFill/>
          <a:ln w="28575" cap="flat" cmpd="sng">
            <a:solidFill>
              <a:srgbClr val="4A66A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700" b="1" dirty="0">
                <a:solidFill>
                  <a:srgbClr val="4A66AC"/>
                </a:solidFill>
              </a:rPr>
              <a:t>More on the C.R.A.A.P Test Information Method Here https://library.csuchico.edu/sites/default/files/craap-test.pdf</a:t>
            </a:r>
            <a:endParaRPr lang="en-US" sz="1700" b="1" dirty="0">
              <a:solidFill>
                <a:srgbClr val="4A66AC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FD41E7-1A88-278A-1856-DAA2EEB55584}"/>
              </a:ext>
            </a:extLst>
          </p:cNvPr>
          <p:cNvSpPr txBox="1"/>
          <p:nvPr/>
        </p:nvSpPr>
        <p:spPr>
          <a:xfrm>
            <a:off x="430295" y="3370838"/>
            <a:ext cx="401319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he Hand Black"/>
              </a:rPr>
              <a:t>Pause, think, question, and use the C.R.A.A.P Test to evaluate internet information</a:t>
            </a:r>
          </a:p>
        </p:txBody>
      </p:sp>
      <p:pic>
        <p:nvPicPr>
          <p:cNvPr id="347" name="Graphic 346" descr="Postit Notes with solid fill">
            <a:extLst>
              <a:ext uri="{FF2B5EF4-FFF2-40B4-BE49-F238E27FC236}">
                <a16:creationId xmlns:a16="http://schemas.microsoft.com/office/drawing/2014/main" id="{3EB9AD3F-D4D4-B67C-85AC-AC63A567B7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1408" y="1917891"/>
            <a:ext cx="914400" cy="914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0146E4-ECC1-57B3-DA8D-F9E358BFA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548" y="6473390"/>
            <a:ext cx="914479" cy="323116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0E1D8B-234E-E820-5601-B8BC37321ED2}"/>
              </a:ext>
            </a:extLst>
          </p:cNvPr>
          <p:cNvSpPr txBox="1">
            <a:spLocks/>
          </p:cNvSpPr>
          <p:nvPr/>
        </p:nvSpPr>
        <p:spPr>
          <a:xfrm>
            <a:off x="1361408" y="6473390"/>
            <a:ext cx="11403231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349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/>
            <a:ahLst/>
            <a:cxnLst/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21235" y="306115"/>
            <a:ext cx="10921640" cy="131469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4A66AC"/>
                </a:solidFill>
              </a:rPr>
              <a:t>Data Collection</a:t>
            </a:r>
            <a:endParaRPr lang="en-US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7" name="Google Shape;105;p20">
            <a:extLst>
              <a:ext uri="{FF2B5EF4-FFF2-40B4-BE49-F238E27FC236}">
                <a16:creationId xmlns:a16="http://schemas.microsoft.com/office/drawing/2014/main" id="{4BA8EA2A-68AB-A865-0E33-2800065CF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0011052"/>
              </p:ext>
            </p:extLst>
          </p:nvPr>
        </p:nvGraphicFramePr>
        <p:xfrm>
          <a:off x="516114" y="1891778"/>
          <a:ext cx="11027581" cy="3846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13E20FB-2132-9E39-56A8-71B3EE86AC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017" y="6390327"/>
            <a:ext cx="920576" cy="323116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A158B20-1C4C-0213-F7A8-A3A4BC1DDB18}"/>
              </a:ext>
            </a:extLst>
          </p:cNvPr>
          <p:cNvSpPr txBox="1">
            <a:spLocks/>
          </p:cNvSpPr>
          <p:nvPr/>
        </p:nvSpPr>
        <p:spPr>
          <a:xfrm>
            <a:off x="1212573" y="6328124"/>
            <a:ext cx="11403231" cy="1059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This work is licensed under a Creative Commons Attribution 4.0 International License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https://creativecommons.org/licenses/by-sa/3.0/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415600" y="4937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solidFill>
                  <a:srgbClr val="4A66AC"/>
                </a:solidFill>
              </a:rPr>
              <a:t>Data Collection Recommendations</a:t>
            </a:r>
            <a:endParaRPr dirty="0">
              <a:solidFill>
                <a:srgbClr val="4A66AC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962025" y="6322610"/>
            <a:ext cx="7908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rgbClr val="4A66AC"/>
                </a:solidFill>
                <a:latin typeface="Arial Narrow" panose="020B0606020202030204" pitchFamily="34" charset="0"/>
              </a:rPr>
              <a:t>https://consumer.ftc.gov/articles/how-websites-and-apps-collect-and-use-your-information#how</a:t>
            </a:r>
            <a:endParaRPr sz="1600" dirty="0">
              <a:solidFill>
                <a:srgbClr val="4A66AC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14" name="Google Shape;111;p21">
            <a:extLst>
              <a:ext uri="{FF2B5EF4-FFF2-40B4-BE49-F238E27FC236}">
                <a16:creationId xmlns:a16="http://schemas.microsoft.com/office/drawing/2014/main" id="{35899244-C50F-7859-091C-646203CC47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875691"/>
              </p:ext>
            </p:extLst>
          </p:nvPr>
        </p:nvGraphicFramePr>
        <p:xfrm>
          <a:off x="415600" y="1168207"/>
          <a:ext cx="12650337" cy="5239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A67D5CD-9E62-D036-D8D9-4D98CB6AA3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6" y="6407253"/>
            <a:ext cx="914479" cy="3231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196144" y="180392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solidFill>
                  <a:srgbClr val="4A66AC"/>
                </a:solidFill>
              </a:rPr>
              <a:t>Protecting Connected Mental Health </a:t>
            </a:r>
            <a:endParaRPr dirty="0">
              <a:solidFill>
                <a:srgbClr val="4A66AC"/>
              </a:solidFill>
            </a:endParaRPr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21" name="Google Shape;121;p22"/>
          <p:cNvSpPr txBox="1"/>
          <p:nvPr/>
        </p:nvSpPr>
        <p:spPr>
          <a:xfrm>
            <a:off x="3174460" y="1132804"/>
            <a:ext cx="9535022" cy="164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b="1" u="sng" dirty="0">
                <a:solidFill>
                  <a:srgbClr val="C00000"/>
                </a:solidFill>
                <a:latin typeface="The Hand Black"/>
                <a:ea typeface="Proxima Nova"/>
                <a:cs typeface="Proxima Nova"/>
                <a:sym typeface="Proxima Nova"/>
              </a:rPr>
              <a:t>AI Companions </a:t>
            </a:r>
            <a:r>
              <a:rPr lang="en" sz="3200" b="1" dirty="0">
                <a:solidFill>
                  <a:srgbClr val="4A66AC"/>
                </a:solidFill>
                <a:latin typeface="The Hand Black"/>
                <a:ea typeface="Proxima Nova"/>
                <a:cs typeface="Proxima Nova"/>
                <a:sym typeface="Proxima Nova"/>
              </a:rPr>
              <a:t> are one of the fastest growing GenAI categories</a:t>
            </a:r>
            <a:endParaRPr lang="en-US" sz="3200" b="1" dirty="0">
              <a:solidFill>
                <a:srgbClr val="4A66AC"/>
              </a:solidFill>
              <a:latin typeface="The Hand Black"/>
              <a:ea typeface="Proxima Nova"/>
              <a:cs typeface="Proxima Nova"/>
            </a:endParaRPr>
          </a:p>
          <a:p>
            <a:pPr marL="285750" indent="-285750">
              <a:buFont typeface="Arial"/>
              <a:buChar char="•"/>
            </a:pPr>
            <a:endParaRPr sz="1600" dirty="0">
              <a:solidFill>
                <a:srgbClr val="4A66AC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518B8543-6E22-10D8-9D6A-9D31A549A49A}"/>
              </a:ext>
            </a:extLst>
          </p:cNvPr>
          <p:cNvSpPr txBox="1"/>
          <p:nvPr/>
        </p:nvSpPr>
        <p:spPr>
          <a:xfrm>
            <a:off x="5609383" y="6028546"/>
            <a:ext cx="2728800" cy="2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933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Source: andreessen horowitz</a:t>
            </a:r>
            <a:endParaRPr sz="933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C38CA-800A-8544-D9A8-A4548A111D0F}"/>
              </a:ext>
            </a:extLst>
          </p:cNvPr>
          <p:cNvSpPr txBox="1"/>
          <p:nvPr/>
        </p:nvSpPr>
        <p:spPr>
          <a:xfrm>
            <a:off x="4724400" y="3200400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4A66AC"/>
              </a:solidFill>
              <a:latin typeface="The Hand Black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A13BF67-BFE5-DEF9-BFF0-05FB109602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7298897"/>
              </p:ext>
            </p:extLst>
          </p:nvPr>
        </p:nvGraphicFramePr>
        <p:xfrm>
          <a:off x="1155926" y="2462234"/>
          <a:ext cx="4545107" cy="3168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1" name="TextBox 260">
            <a:extLst>
              <a:ext uri="{FF2B5EF4-FFF2-40B4-BE49-F238E27FC236}">
                <a16:creationId xmlns:a16="http://schemas.microsoft.com/office/drawing/2014/main" id="{51171910-2B1B-341C-6DA7-D8AC1BEC9446}"/>
              </a:ext>
            </a:extLst>
          </p:cNvPr>
          <p:cNvSpPr txBox="1"/>
          <p:nvPr/>
        </p:nvSpPr>
        <p:spPr>
          <a:xfrm>
            <a:off x="311697" y="2979813"/>
            <a:ext cx="187569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DANGER !</a:t>
            </a:r>
          </a:p>
        </p:txBody>
      </p:sp>
      <p:pic>
        <p:nvPicPr>
          <p:cNvPr id="266" name="Google Shape;119;p22">
            <a:extLst>
              <a:ext uri="{FF2B5EF4-FFF2-40B4-BE49-F238E27FC236}">
                <a16:creationId xmlns:a16="http://schemas.microsoft.com/office/drawing/2014/main" id="{B8B19D39-C34A-59A3-6055-AC74E913B0C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r="8525"/>
          <a:stretch/>
        </p:blipFill>
        <p:spPr>
          <a:xfrm>
            <a:off x="5701033" y="2030248"/>
            <a:ext cx="6075367" cy="3966767"/>
          </a:xfrm>
          <a:prstGeom prst="rect">
            <a:avLst/>
          </a:prstGeom>
          <a:noFill/>
          <a:ln w="28575" cap="flat" cmpd="sng">
            <a:solidFill>
              <a:srgbClr val="4A66AC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70" name="Connector: Curved 269">
            <a:extLst>
              <a:ext uri="{FF2B5EF4-FFF2-40B4-BE49-F238E27FC236}">
                <a16:creationId xmlns:a16="http://schemas.microsoft.com/office/drawing/2014/main" id="{CB3C95B7-2CF8-A3A3-AFB9-D0F9FF749B09}"/>
              </a:ext>
            </a:extLst>
          </p:cNvPr>
          <p:cNvCxnSpPr>
            <a:cxnSpLocks/>
          </p:cNvCxnSpPr>
          <p:nvPr/>
        </p:nvCxnSpPr>
        <p:spPr>
          <a:xfrm>
            <a:off x="4428565" y="1802735"/>
            <a:ext cx="5576047" cy="1376822"/>
          </a:xfrm>
          <a:prstGeom prst="curvedConnector3">
            <a:avLst>
              <a:gd name="adj1" fmla="val 209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337870C-5FDE-8B77-FB01-916A14C9A7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144" y="6431407"/>
            <a:ext cx="914479" cy="323116"/>
          </a:xfrm>
          <a:prstGeom prst="rect">
            <a:avLst/>
          </a:prstGeom>
        </p:spPr>
      </p:pic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DF6CAC4F-5D3B-16AF-7080-C32079ABDFF5}"/>
              </a:ext>
            </a:extLst>
          </p:cNvPr>
          <p:cNvSpPr txBox="1"/>
          <p:nvPr/>
        </p:nvSpPr>
        <p:spPr>
          <a:xfrm>
            <a:off x="1249542" y="6368022"/>
            <a:ext cx="7908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  <a:latin typeface="Arial Narrow" panose="020B0606020202030204" pitchFamily="34" charset="0"/>
              </a:rPr>
              <a:t>https://consumer.ftc.gov/articles/how-websites-and-apps-collect-and-use-your-information#how</a:t>
            </a:r>
            <a:endParaRPr sz="1600" dirty="0">
              <a:solidFill>
                <a:schemeClr val="dk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67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/>
            <a:ahLst/>
            <a:cxnLst/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678CC48C-9275-4EFA-9B84-8E818500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3"/>
          <a:srcRect l="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</p:spPr>
      </p:pic>
      <p:sp>
        <p:nvSpPr>
          <p:cNvPr id="149" name="Rectangle 148">
            <a:extLst>
              <a:ext uri="{FF2B5EF4-FFF2-40B4-BE49-F238E27FC236}">
                <a16:creationId xmlns:a16="http://schemas.microsoft.com/office/drawing/2014/main" id="{0A324144-E9CF-4B12-A53E-FAC0D281D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45000">
                <a:schemeClr val="tx1">
                  <a:alpha val="40000"/>
                </a:schemeClr>
              </a:gs>
              <a:gs pos="100000">
                <a:schemeClr val="tx1">
                  <a:alpha val="8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55451" y="98943"/>
            <a:ext cx="7040177" cy="106984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6000" dirty="0">
                <a:solidFill>
                  <a:schemeClr val="bg1"/>
                </a:solidFill>
              </a:rPr>
              <a:t>Blush an AI Dating Simulation 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1291A-B0F6-647F-DDF6-72A9306528D3}"/>
              </a:ext>
            </a:extLst>
          </p:cNvPr>
          <p:cNvSpPr txBox="1"/>
          <p:nvPr/>
        </p:nvSpPr>
        <p:spPr>
          <a:xfrm>
            <a:off x="142630" y="6316785"/>
            <a:ext cx="9015046" cy="338554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dirty="0">
                <a:solidFill>
                  <a:schemeClr val="dk2"/>
                </a:solidFill>
                <a:latin typeface="Arial"/>
                <a:cs typeface="Arial"/>
              </a:rPr>
              <a:t>:</a:t>
            </a:r>
            <a:r>
              <a:rPr lang="en-US" sz="1600" dirty="0">
                <a:solidFill>
                  <a:schemeClr val="bg1"/>
                </a:solidFill>
                <a:latin typeface="Arial"/>
                <a:cs typeface="Arial"/>
              </a:rPr>
              <a:t>https//techcrunch.com/2023/06/07/blush-ai-dating-sim-</a:t>
            </a:r>
            <a:r>
              <a:rPr lang="en-US" sz="1600" err="1">
                <a:solidFill>
                  <a:schemeClr val="bg1"/>
                </a:solidFill>
                <a:latin typeface="Arial"/>
                <a:cs typeface="Arial"/>
              </a:rPr>
              <a:t>replika</a:t>
            </a:r>
            <a:r>
              <a:rPr lang="en-US" sz="1600" dirty="0">
                <a:solidFill>
                  <a:schemeClr val="bg1"/>
                </a:solidFill>
                <a:latin typeface="Arial"/>
                <a:cs typeface="Arial"/>
              </a:rPr>
              <a:t>-</a:t>
            </a:r>
            <a:r>
              <a:rPr lang="en-US" sz="1600" err="1">
                <a:solidFill>
                  <a:schemeClr val="bg1"/>
                </a:solidFill>
                <a:latin typeface="Arial"/>
                <a:cs typeface="Arial"/>
              </a:rPr>
              <a:t>sexbot</a:t>
            </a:r>
            <a:r>
              <a:rPr lang="en-US" sz="1600" dirty="0">
                <a:solidFill>
                  <a:schemeClr val="bg1"/>
                </a:solidFill>
                <a:latin typeface="Arial"/>
                <a:cs typeface="Arial"/>
              </a:rPr>
              <a:t>/?</a:t>
            </a:r>
            <a:r>
              <a:rPr lang="en-US" sz="1600" err="1">
                <a:solidFill>
                  <a:schemeClr val="bg1"/>
                </a:solidFill>
                <a:latin typeface="Arial"/>
                <a:cs typeface="Arial"/>
              </a:rPr>
              <a:t>tpcc</a:t>
            </a:r>
            <a:r>
              <a:rPr lang="en-US" sz="16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sz="1600" err="1">
                <a:solidFill>
                  <a:schemeClr val="bg1"/>
                </a:solidFill>
                <a:latin typeface="Arial"/>
                <a:cs typeface="Arial"/>
              </a:rPr>
              <a:t>tcpluslinkedin</a:t>
            </a:r>
            <a:endParaRPr lang="en-US" sz="160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/>
            <a:ahLst/>
            <a:cxnLst/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163756" y="559713"/>
            <a:ext cx="10921640" cy="131469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4A66AC"/>
                </a:solidFill>
              </a:rPr>
              <a:t>The Eliza Effect </a:t>
            </a:r>
            <a:endParaRPr lang="en-US" dirty="0"/>
          </a:p>
        </p:txBody>
      </p:sp>
      <p:sp>
        <p:nvSpPr>
          <p:cNvPr id="140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CF6E92B-2A71-BBDA-B041-3C4872A793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3383191"/>
              </p:ext>
            </p:extLst>
          </p:nvPr>
        </p:nvGraphicFramePr>
        <p:xfrm>
          <a:off x="1399973" y="2432098"/>
          <a:ext cx="11801190" cy="3961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8" name="TextBox 237">
            <a:extLst>
              <a:ext uri="{FF2B5EF4-FFF2-40B4-BE49-F238E27FC236}">
                <a16:creationId xmlns:a16="http://schemas.microsoft.com/office/drawing/2014/main" id="{C0D56610-CD55-F45D-86C2-96366A5FD166}"/>
              </a:ext>
            </a:extLst>
          </p:cNvPr>
          <p:cNvSpPr txBox="1"/>
          <p:nvPr/>
        </p:nvSpPr>
        <p:spPr>
          <a:xfrm>
            <a:off x="4535732" y="225989"/>
            <a:ext cx="7656268" cy="187743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dirty="0">
                <a:solidFill>
                  <a:srgbClr val="4A66AC"/>
                </a:solidFill>
                <a:ea typeface="+mn-lt"/>
                <a:cs typeface="+mn-lt"/>
              </a:rPr>
              <a:t>The Eliza Effect describes the human tendency to attribute human characteristics to non-human entities, (anthropomorphizing) machines, computers, &amp; things.</a:t>
            </a:r>
            <a:r>
              <a:rPr lang="en-US" sz="2900" dirty="0">
                <a:solidFill>
                  <a:srgbClr val="4A66AC"/>
                </a:solidFill>
              </a:rPr>
              <a:t> The effect is named for ELIZA a chatbot developed in 1966 at MIT by computer scientist Joseph Weizenbaum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C6DB836F-DB71-6B6E-6A22-F4DE902DB3DE}"/>
              </a:ext>
            </a:extLst>
          </p:cNvPr>
          <p:cNvSpPr txBox="1"/>
          <p:nvPr/>
        </p:nvSpPr>
        <p:spPr>
          <a:xfrm>
            <a:off x="163756" y="4052122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he Hand Black"/>
              </a:rPr>
              <a:t>Eliza Effect Warning Flags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302D6B-4AD3-3F9F-F903-72E4CFDC31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065" y="6393408"/>
            <a:ext cx="914479" cy="323116"/>
          </a:xfrm>
          <a:prstGeom prst="rect">
            <a:avLst/>
          </a:prstGeom>
        </p:spPr>
      </p:pic>
      <p:sp>
        <p:nvSpPr>
          <p:cNvPr id="3" name="Google Shape;112;p21">
            <a:extLst>
              <a:ext uri="{FF2B5EF4-FFF2-40B4-BE49-F238E27FC236}">
                <a16:creationId xmlns:a16="http://schemas.microsoft.com/office/drawing/2014/main" id="{AD45405F-0D2B-BF13-BFE9-6A228529FF46}"/>
              </a:ext>
            </a:extLst>
          </p:cNvPr>
          <p:cNvSpPr txBox="1"/>
          <p:nvPr/>
        </p:nvSpPr>
        <p:spPr>
          <a:xfrm>
            <a:off x="1399973" y="6367439"/>
            <a:ext cx="7908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  <a:latin typeface="Arial Narrow" panose="020B0606020202030204" pitchFamily="34" charset="0"/>
              </a:rPr>
              <a:t>https://consumer.ftc.gov/articles/how-websites-and-apps-collect-and-use-your-information#how</a:t>
            </a:r>
            <a:endParaRPr sz="1600" dirty="0">
              <a:solidFill>
                <a:schemeClr val="dk2"/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Picture 4" descr="A robot waving with blue eyes&#10;&#10;Description automatically generated">
            <a:extLst>
              <a:ext uri="{FF2B5EF4-FFF2-40B4-BE49-F238E27FC236}">
                <a16:creationId xmlns:a16="http://schemas.microsoft.com/office/drawing/2014/main" id="{A3974DC7-DF62-D830-1766-2664FDA8E3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4546" y="4882903"/>
            <a:ext cx="1511425" cy="1511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415600" y="23552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solidFill>
                  <a:srgbClr val="4A66AC"/>
                </a:solidFill>
              </a:rPr>
              <a:t>Internet Mental Recommendations</a:t>
            </a:r>
            <a:endParaRPr dirty="0">
              <a:solidFill>
                <a:srgbClr val="4A66AC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3B67F6E-B924-5A99-4106-3311717E16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542329"/>
              </p:ext>
            </p:extLst>
          </p:nvPr>
        </p:nvGraphicFramePr>
        <p:xfrm>
          <a:off x="1447800" y="1324863"/>
          <a:ext cx="10457188" cy="4950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B515BA3-DEE1-364B-17E6-54C6235998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395" y="6437437"/>
            <a:ext cx="914479" cy="323116"/>
          </a:xfrm>
          <a:prstGeom prst="rect">
            <a:avLst/>
          </a:prstGeom>
        </p:spPr>
      </p:pic>
      <p:pic>
        <p:nvPicPr>
          <p:cNvPr id="6" name="Graphic 5" descr="Circle with right arrow">
            <a:extLst>
              <a:ext uri="{FF2B5EF4-FFF2-40B4-BE49-F238E27FC236}">
                <a16:creationId xmlns:a16="http://schemas.microsoft.com/office/drawing/2014/main" id="{81C7B580-6DEB-F763-18BB-08B71E1C41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59736" y="1466475"/>
            <a:ext cx="532138" cy="532138"/>
          </a:xfrm>
          <a:prstGeom prst="rect">
            <a:avLst/>
          </a:prstGeom>
        </p:spPr>
      </p:pic>
      <p:pic>
        <p:nvPicPr>
          <p:cNvPr id="8" name="Graphic 7" descr="Circle with right arrow">
            <a:extLst>
              <a:ext uri="{FF2B5EF4-FFF2-40B4-BE49-F238E27FC236}">
                <a16:creationId xmlns:a16="http://schemas.microsoft.com/office/drawing/2014/main" id="{121D7308-DAFF-0C16-120D-E5E7CB51EE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59736" y="2321895"/>
            <a:ext cx="532138" cy="532138"/>
          </a:xfrm>
          <a:prstGeom prst="rect">
            <a:avLst/>
          </a:prstGeom>
        </p:spPr>
      </p:pic>
      <p:pic>
        <p:nvPicPr>
          <p:cNvPr id="9" name="Graphic 8" descr="Circle with right arrow">
            <a:extLst>
              <a:ext uri="{FF2B5EF4-FFF2-40B4-BE49-F238E27FC236}">
                <a16:creationId xmlns:a16="http://schemas.microsoft.com/office/drawing/2014/main" id="{5B155021-29D1-F56A-8123-DF4CAE8454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59736" y="3177315"/>
            <a:ext cx="532138" cy="532138"/>
          </a:xfrm>
          <a:prstGeom prst="rect">
            <a:avLst/>
          </a:prstGeom>
        </p:spPr>
      </p:pic>
      <p:pic>
        <p:nvPicPr>
          <p:cNvPr id="10" name="Graphic 9" descr="Circle with right arrow">
            <a:extLst>
              <a:ext uri="{FF2B5EF4-FFF2-40B4-BE49-F238E27FC236}">
                <a16:creationId xmlns:a16="http://schemas.microsoft.com/office/drawing/2014/main" id="{8F85DC0A-2EA8-5A1B-69F2-4E38BC9737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59736" y="4032735"/>
            <a:ext cx="532138" cy="532138"/>
          </a:xfrm>
          <a:prstGeom prst="rect">
            <a:avLst/>
          </a:prstGeom>
        </p:spPr>
      </p:pic>
      <p:pic>
        <p:nvPicPr>
          <p:cNvPr id="11" name="Graphic 10" descr="Circle with right arrow">
            <a:extLst>
              <a:ext uri="{FF2B5EF4-FFF2-40B4-BE49-F238E27FC236}">
                <a16:creationId xmlns:a16="http://schemas.microsoft.com/office/drawing/2014/main" id="{3E53CD4A-C3AA-E111-1630-50DD0BF452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59737" y="4888155"/>
            <a:ext cx="532138" cy="532138"/>
          </a:xfrm>
          <a:prstGeom prst="rect">
            <a:avLst/>
          </a:prstGeom>
        </p:spPr>
      </p:pic>
      <p:pic>
        <p:nvPicPr>
          <p:cNvPr id="12" name="Graphic 11" descr="Circle with right arrow">
            <a:extLst>
              <a:ext uri="{FF2B5EF4-FFF2-40B4-BE49-F238E27FC236}">
                <a16:creationId xmlns:a16="http://schemas.microsoft.com/office/drawing/2014/main" id="{0CEA2BE1-3317-06DA-8C3E-436B724548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59736" y="5743575"/>
            <a:ext cx="532138" cy="532138"/>
          </a:xfrm>
          <a:prstGeom prst="rect">
            <a:avLst/>
          </a:prstGeom>
        </p:spPr>
      </p:pic>
      <p:sp>
        <p:nvSpPr>
          <p:cNvPr id="13" name="Google Shape;112;p21">
            <a:extLst>
              <a:ext uri="{FF2B5EF4-FFF2-40B4-BE49-F238E27FC236}">
                <a16:creationId xmlns:a16="http://schemas.microsoft.com/office/drawing/2014/main" id="{05DCC66A-F6CB-91A6-1BAE-7C5047F4CE55}"/>
              </a:ext>
            </a:extLst>
          </p:cNvPr>
          <p:cNvSpPr txBox="1"/>
          <p:nvPr/>
        </p:nvSpPr>
        <p:spPr>
          <a:xfrm>
            <a:off x="1282700" y="6365598"/>
            <a:ext cx="7908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</a:rPr>
              <a:t>https://consumer.ftc.gov/articles/how-websites-and-apps-collect-and-use-your-information#how</a:t>
            </a:r>
            <a:endParaRPr sz="16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415600" y="224533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solidFill>
                  <a:srgbClr val="4A66AC"/>
                </a:solidFill>
              </a:rPr>
              <a:t>Report Scams       </a:t>
            </a:r>
            <a:r>
              <a:rPr lang="en" u="sng" dirty="0">
                <a:solidFill>
                  <a:srgbClr val="4A66AC"/>
                </a:solidFill>
              </a:rPr>
              <a:t>USA.gov</a:t>
            </a:r>
            <a:r>
              <a:rPr lang="en" dirty="0">
                <a:solidFill>
                  <a:srgbClr val="4A66AC"/>
                </a:solidFill>
              </a:rPr>
              <a:t> </a:t>
            </a:r>
            <a:endParaRPr dirty="0">
              <a:solidFill>
                <a:srgbClr val="4A66AC"/>
              </a:solidFill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186" y="2262667"/>
            <a:ext cx="4650015" cy="3829165"/>
          </a:xfrm>
          <a:prstGeom prst="rect">
            <a:avLst/>
          </a:prstGeom>
          <a:noFill/>
          <a:ln w="28575" cap="flat" cmpd="sng">
            <a:solidFill>
              <a:srgbClr val="4A66AC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1" name="Google Shape;1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33" y="2027099"/>
            <a:ext cx="6604267" cy="3596235"/>
          </a:xfrm>
          <a:prstGeom prst="rect">
            <a:avLst/>
          </a:prstGeom>
          <a:noFill/>
          <a:ln w="28575" cap="flat" cmpd="sng">
            <a:solidFill>
              <a:srgbClr val="4A66AC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FBBDBD-0B4A-B05C-5C65-C733DF6D3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85" y="6394994"/>
            <a:ext cx="914479" cy="323116"/>
          </a:xfrm>
          <a:prstGeom prst="rect">
            <a:avLst/>
          </a:prstGeom>
        </p:spPr>
      </p:pic>
      <p:sp>
        <p:nvSpPr>
          <p:cNvPr id="3" name="Google Shape;112;p21">
            <a:extLst>
              <a:ext uri="{FF2B5EF4-FFF2-40B4-BE49-F238E27FC236}">
                <a16:creationId xmlns:a16="http://schemas.microsoft.com/office/drawing/2014/main" id="{F354F99B-6C68-716F-82C7-781A9DFC3F04}"/>
              </a:ext>
            </a:extLst>
          </p:cNvPr>
          <p:cNvSpPr txBox="1"/>
          <p:nvPr/>
        </p:nvSpPr>
        <p:spPr>
          <a:xfrm>
            <a:off x="1038264" y="6310351"/>
            <a:ext cx="7908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  <a:latin typeface="Arial Narrow" panose="020B0606020202030204" pitchFamily="34" charset="0"/>
              </a:rPr>
              <a:t>https://consumer.ftc.gov/articles/how-websites-and-apps-collect-and-use-your-information#how</a:t>
            </a:r>
            <a:endParaRPr sz="1600" dirty="0">
              <a:solidFill>
                <a:schemeClr val="dk2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415600" y="2421292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en" dirty="0">
                <a:solidFill>
                  <a:srgbClr val="4A66AC"/>
                </a:solidFill>
              </a:rPr>
              <a:t>https://quarkiq.com</a:t>
            </a:r>
            <a:endParaRPr lang="en-US" dirty="0">
              <a:solidFill>
                <a:srgbClr val="4A66AC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1B3F71-6100-6635-5AA5-BA46A51AF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30" y="6373345"/>
            <a:ext cx="914479" cy="323116"/>
          </a:xfrm>
          <a:prstGeom prst="rect">
            <a:avLst/>
          </a:prstGeom>
        </p:spPr>
      </p:pic>
      <p:sp>
        <p:nvSpPr>
          <p:cNvPr id="3" name="Google Shape;112;p21">
            <a:extLst>
              <a:ext uri="{FF2B5EF4-FFF2-40B4-BE49-F238E27FC236}">
                <a16:creationId xmlns:a16="http://schemas.microsoft.com/office/drawing/2014/main" id="{34FC0012-7ADE-209F-9C19-0DD9F4BCCC3B}"/>
              </a:ext>
            </a:extLst>
          </p:cNvPr>
          <p:cNvSpPr txBox="1"/>
          <p:nvPr/>
        </p:nvSpPr>
        <p:spPr>
          <a:xfrm>
            <a:off x="1420416" y="6257924"/>
            <a:ext cx="9537175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000" dirty="0">
                <a:solidFill>
                  <a:srgbClr val="4A66AC"/>
                </a:solidFill>
                <a:latin typeface="Arial Narrow" panose="020B0606020202030204" pitchFamily="34" charset="0"/>
              </a:rPr>
              <a:t>https://consumer.ftc.gov/articles/how-websites-and-apps-collect-and-use-your-information#how</a:t>
            </a:r>
            <a:endParaRPr sz="2000" dirty="0">
              <a:solidFill>
                <a:srgbClr val="4A66AC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5A4BC-1D67-7C2E-2903-38A6640AD1E7}"/>
              </a:ext>
            </a:extLst>
          </p:cNvPr>
          <p:cNvSpPr txBox="1"/>
          <p:nvPr/>
        </p:nvSpPr>
        <p:spPr>
          <a:xfrm>
            <a:off x="1756441" y="4436708"/>
            <a:ext cx="9201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4A66AC"/>
                </a:solidFill>
              </a:rPr>
              <a:t>This work is licensed under a Creative Commons Attribution 4.0 International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A595FF-F2D2-434C-A89B-B6A4364C4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AD9EFA-E074-4C2F-8F25-BF862B8AB684}">
  <ds:schemaRefs>
    <ds:schemaRef ds:uri="http://purl.org/dc/elements/1.1/"/>
    <ds:schemaRef ds:uri="http://schemas.microsoft.com/office/2006/metadata/properties"/>
    <ds:schemaRef ds:uri="http://purl.org/dc/dcmitype/"/>
    <ds:schemaRef ds:uri="71af3243-3dd4-4a8d-8c0d-dd76da1f02a5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D8A49B05-820E-4F16-BCC1-12B2E13002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1803</Words>
  <PresentationFormat>Widescreen</PresentationFormat>
  <Paragraphs>128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Narrow</vt:lpstr>
      <vt:lpstr>Calibri</vt:lpstr>
      <vt:lpstr>Georgia</vt:lpstr>
      <vt:lpstr>Proxima Nova</vt:lpstr>
      <vt:lpstr>Proxima Nova Semibold</vt:lpstr>
      <vt:lpstr>The Hand Black</vt:lpstr>
      <vt:lpstr>The Serif Hand Black</vt:lpstr>
      <vt:lpstr>SketchyVTI</vt:lpstr>
      <vt:lpstr>October Cybersecurity Awareness Month</vt:lpstr>
      <vt:lpstr>Cybersecurity Awareness Month</vt:lpstr>
      <vt:lpstr>Add AI Topics for Security Awareness !</vt:lpstr>
      <vt:lpstr>Use the information provided in these slides to include important AI Security Awareness Topics for October Cybersecurity Awareness Month</vt:lpstr>
      <vt:lpstr>Deep Fakes</vt:lpstr>
      <vt:lpstr>Deep Fake Recommendations</vt:lpstr>
      <vt:lpstr>Deep Fake Victim Resources </vt:lpstr>
      <vt:lpstr>Misinformation &amp; Disinformation</vt:lpstr>
      <vt:lpstr>Recommendations Misinformation &amp; Disinformation</vt:lpstr>
      <vt:lpstr>Data Collection</vt:lpstr>
      <vt:lpstr>Data Collection Recommendations</vt:lpstr>
      <vt:lpstr>Protecting Connected Mental Health </vt:lpstr>
      <vt:lpstr>Blush an AI Dating Simulation </vt:lpstr>
      <vt:lpstr>The Eliza Effect </vt:lpstr>
      <vt:lpstr>Internet Mental Recommendations</vt:lpstr>
      <vt:lpstr>Report Scams       USA.gov </vt:lpstr>
      <vt:lpstr>https://quarkiq.com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dcterms:created xsi:type="dcterms:W3CDTF">2020-09-02T04:20:49Z</dcterms:created>
  <dcterms:modified xsi:type="dcterms:W3CDTF">2023-09-21T22:31:33Z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